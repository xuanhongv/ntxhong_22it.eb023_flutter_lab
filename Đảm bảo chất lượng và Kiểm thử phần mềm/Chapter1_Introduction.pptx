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x="9144000" cy="6858000"/>
  <p:notesSz cx="9144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00" b="0" i="0">
                <a:solidFill>
                  <a:srgbClr val="FF0000"/>
                </a:solidFill>
                <a:latin typeface="Carlito"/>
                <a:cs typeface="Carlito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00" b="0" i="0">
                <a:solidFill>
                  <a:srgbClr val="FF0000"/>
                </a:solidFill>
                <a:latin typeface="Carlito"/>
                <a:cs typeface="Carlito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00" b="0" i="0">
                <a:solidFill>
                  <a:srgbClr val="FF0000"/>
                </a:solidFill>
                <a:latin typeface="Carlito"/>
                <a:cs typeface="Carlito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00" b="0" i="0">
                <a:solidFill>
                  <a:srgbClr val="FF0000"/>
                </a:solidFill>
                <a:latin typeface="Carlito"/>
                <a:cs typeface="Carlito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3999" cy="685799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10994" y="475233"/>
            <a:ext cx="6930390" cy="6051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00" b="0" i="0">
                <a:solidFill>
                  <a:srgbClr val="FF0000"/>
                </a:solidFill>
                <a:latin typeface="Carlito"/>
                <a:cs typeface="Carlito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77164" y="1752447"/>
            <a:ext cx="8312784" cy="26257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jp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27.png"/><Relationship Id="rId14" Type="http://schemas.openxmlformats.org/officeDocument/2006/relationships/image" Target="../media/image28.png"/><Relationship Id="rId15" Type="http://schemas.openxmlformats.org/officeDocument/2006/relationships/image" Target="../media/image29.png"/><Relationship Id="rId16" Type="http://schemas.openxmlformats.org/officeDocument/2006/relationships/image" Target="../media/image30.png"/><Relationship Id="rId17" Type="http://schemas.openxmlformats.org/officeDocument/2006/relationships/image" Target="../media/image31.png"/><Relationship Id="rId18" Type="http://schemas.openxmlformats.org/officeDocument/2006/relationships/image" Target="../media/image32.png"/><Relationship Id="rId19" Type="http://schemas.openxmlformats.org/officeDocument/2006/relationships/image" Target="../media/image33.png"/><Relationship Id="rId20" Type="http://schemas.openxmlformats.org/officeDocument/2006/relationships/image" Target="../media/image34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5.jp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6.pn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7.jp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.jp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9.jp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0.jp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1.jp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2.jp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3.jp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4.jpg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5.jpg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6.jpg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7.jpg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8.jpg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9.jpg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Relationship Id="rId3" Type="http://schemas.openxmlformats.org/officeDocument/2006/relationships/image" Target="../media/image50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6857997"/>
          </a:xfrm>
          <a:prstGeom prst="rect">
            <a:avLst/>
          </a:prstGeom>
        </p:spPr>
      </p:pic>
      <p:sp>
        <p:nvSpPr>
          <p:cNvPr id="3" name="object 3" descr=""/>
          <p:cNvSpPr txBox="1"/>
          <p:nvPr/>
        </p:nvSpPr>
        <p:spPr>
          <a:xfrm>
            <a:off x="3739388" y="4270629"/>
            <a:ext cx="2185035" cy="1184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635">
              <a:lnSpc>
                <a:spcPts val="4020"/>
              </a:lnSpc>
              <a:spcBef>
                <a:spcPts val="100"/>
              </a:spcBef>
            </a:pPr>
            <a:r>
              <a:rPr dirty="0" sz="3600" spc="-40">
                <a:latin typeface="Carlito"/>
                <a:cs typeface="Carlito"/>
              </a:rPr>
              <a:t>Chapter</a:t>
            </a:r>
            <a:r>
              <a:rPr dirty="0" sz="3600" spc="-155">
                <a:latin typeface="Carlito"/>
                <a:cs typeface="Carlito"/>
              </a:rPr>
              <a:t> </a:t>
            </a:r>
            <a:r>
              <a:rPr dirty="0" sz="3600" spc="-50">
                <a:latin typeface="Carlito"/>
                <a:cs typeface="Carlito"/>
              </a:rPr>
              <a:t>1</a:t>
            </a:r>
            <a:endParaRPr sz="3600">
              <a:latin typeface="Carlito"/>
              <a:cs typeface="Carlito"/>
            </a:endParaRPr>
          </a:p>
          <a:p>
            <a:pPr algn="ctr">
              <a:lnSpc>
                <a:spcPts val="5100"/>
              </a:lnSpc>
            </a:pPr>
            <a:r>
              <a:rPr dirty="0" sz="4500" spc="-30">
                <a:latin typeface="Carlito"/>
                <a:cs typeface="Carlito"/>
              </a:rPr>
              <a:t>Overview</a:t>
            </a:r>
            <a:endParaRPr sz="4500">
              <a:latin typeface="Carlito"/>
              <a:cs typeface="Carlito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288794" y="2276982"/>
            <a:ext cx="4884420" cy="635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b="1">
                <a:solidFill>
                  <a:srgbClr val="FFFFFF"/>
                </a:solidFill>
                <a:latin typeface="Verdana"/>
                <a:cs typeface="Verdana"/>
              </a:rPr>
              <a:t>Software</a:t>
            </a:r>
            <a:r>
              <a:rPr dirty="0" sz="4000" spc="-229" b="1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dirty="0" sz="4000" spc="-10" b="1">
                <a:solidFill>
                  <a:srgbClr val="FFFFFF"/>
                </a:solidFill>
                <a:latin typeface="Verdana"/>
                <a:cs typeface="Verdana"/>
              </a:rPr>
              <a:t>Testing</a:t>
            </a:r>
            <a:endParaRPr sz="40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5"/>
              <a:t>Contents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541019" y="1696211"/>
            <a:ext cx="7886700" cy="669290"/>
            <a:chOff x="541019" y="1696211"/>
            <a:chExt cx="7886700" cy="669290"/>
          </a:xfrm>
        </p:grpSpPr>
        <p:sp>
          <p:nvSpPr>
            <p:cNvPr id="4" name="object 4" descr=""/>
            <p:cNvSpPr/>
            <p:nvPr/>
          </p:nvSpPr>
          <p:spPr>
            <a:xfrm>
              <a:off x="553211" y="1711451"/>
              <a:ext cx="754380" cy="654050"/>
            </a:xfrm>
            <a:custGeom>
              <a:avLst/>
              <a:gdLst/>
              <a:ahLst/>
              <a:cxnLst/>
              <a:rect l="l" t="t" r="r" b="b"/>
              <a:pathLst>
                <a:path w="754380" h="654050">
                  <a:moveTo>
                    <a:pt x="565327" y="0"/>
                  </a:moveTo>
                  <a:lnTo>
                    <a:pt x="189052" y="0"/>
                  </a:lnTo>
                  <a:lnTo>
                    <a:pt x="0" y="326898"/>
                  </a:lnTo>
                  <a:lnTo>
                    <a:pt x="189052" y="653796"/>
                  </a:lnTo>
                  <a:lnTo>
                    <a:pt x="565327" y="653796"/>
                  </a:lnTo>
                  <a:lnTo>
                    <a:pt x="754379" y="326898"/>
                  </a:lnTo>
                  <a:lnTo>
                    <a:pt x="565327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5591" y="1700783"/>
              <a:ext cx="755904" cy="653795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545591" y="1700783"/>
              <a:ext cx="756285" cy="654050"/>
            </a:xfrm>
            <a:custGeom>
              <a:avLst/>
              <a:gdLst/>
              <a:ahLst/>
              <a:cxnLst/>
              <a:rect l="l" t="t" r="r" b="b"/>
              <a:pathLst>
                <a:path w="756285" h="654050">
                  <a:moveTo>
                    <a:pt x="0" y="326898"/>
                  </a:moveTo>
                  <a:lnTo>
                    <a:pt x="189052" y="0"/>
                  </a:lnTo>
                  <a:lnTo>
                    <a:pt x="566851" y="0"/>
                  </a:lnTo>
                  <a:lnTo>
                    <a:pt x="755904" y="326898"/>
                  </a:lnTo>
                  <a:lnTo>
                    <a:pt x="566851" y="653795"/>
                  </a:lnTo>
                  <a:lnTo>
                    <a:pt x="189052" y="653795"/>
                  </a:lnTo>
                  <a:lnTo>
                    <a:pt x="0" y="326898"/>
                  </a:lnTo>
                  <a:close/>
                </a:path>
              </a:pathLst>
            </a:custGeom>
            <a:ln w="9144">
              <a:solidFill>
                <a:srgbClr val="C0C0C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9787" y="1740407"/>
              <a:ext cx="664464" cy="574547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589787" y="1740407"/>
              <a:ext cx="664845" cy="574675"/>
            </a:xfrm>
            <a:custGeom>
              <a:avLst/>
              <a:gdLst/>
              <a:ahLst/>
              <a:cxnLst/>
              <a:rect l="l" t="t" r="r" b="b"/>
              <a:pathLst>
                <a:path w="664844" h="574675">
                  <a:moveTo>
                    <a:pt x="0" y="287274"/>
                  </a:moveTo>
                  <a:lnTo>
                    <a:pt x="166027" y="0"/>
                  </a:lnTo>
                  <a:lnTo>
                    <a:pt x="498436" y="0"/>
                  </a:lnTo>
                  <a:lnTo>
                    <a:pt x="664464" y="287274"/>
                  </a:lnTo>
                  <a:lnTo>
                    <a:pt x="498436" y="574547"/>
                  </a:lnTo>
                  <a:lnTo>
                    <a:pt x="166027" y="574547"/>
                  </a:lnTo>
                  <a:lnTo>
                    <a:pt x="0" y="287274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1076705" y="2217419"/>
              <a:ext cx="7351395" cy="78105"/>
            </a:xfrm>
            <a:custGeom>
              <a:avLst/>
              <a:gdLst/>
              <a:ahLst/>
              <a:cxnLst/>
              <a:rect l="l" t="t" r="r" b="b"/>
              <a:pathLst>
                <a:path w="7351395" h="78105">
                  <a:moveTo>
                    <a:pt x="25907" y="25907"/>
                  </a:moveTo>
                  <a:lnTo>
                    <a:pt x="0" y="25907"/>
                  </a:lnTo>
                  <a:lnTo>
                    <a:pt x="0" y="51815"/>
                  </a:lnTo>
                  <a:lnTo>
                    <a:pt x="25907" y="51815"/>
                  </a:lnTo>
                  <a:lnTo>
                    <a:pt x="25907" y="25907"/>
                  </a:lnTo>
                  <a:close/>
                </a:path>
                <a:path w="7351395" h="78105">
                  <a:moveTo>
                    <a:pt x="77724" y="25907"/>
                  </a:moveTo>
                  <a:lnTo>
                    <a:pt x="51815" y="25907"/>
                  </a:lnTo>
                  <a:lnTo>
                    <a:pt x="51815" y="51815"/>
                  </a:lnTo>
                  <a:lnTo>
                    <a:pt x="77724" y="51815"/>
                  </a:lnTo>
                  <a:lnTo>
                    <a:pt x="77724" y="25907"/>
                  </a:lnTo>
                  <a:close/>
                </a:path>
                <a:path w="7351395" h="78105">
                  <a:moveTo>
                    <a:pt x="129540" y="25907"/>
                  </a:moveTo>
                  <a:lnTo>
                    <a:pt x="103631" y="25907"/>
                  </a:lnTo>
                  <a:lnTo>
                    <a:pt x="103631" y="51815"/>
                  </a:lnTo>
                  <a:lnTo>
                    <a:pt x="129540" y="51815"/>
                  </a:lnTo>
                  <a:lnTo>
                    <a:pt x="129540" y="25907"/>
                  </a:lnTo>
                  <a:close/>
                </a:path>
                <a:path w="7351395" h="78105">
                  <a:moveTo>
                    <a:pt x="181356" y="25907"/>
                  </a:moveTo>
                  <a:lnTo>
                    <a:pt x="155447" y="25907"/>
                  </a:lnTo>
                  <a:lnTo>
                    <a:pt x="155447" y="51815"/>
                  </a:lnTo>
                  <a:lnTo>
                    <a:pt x="181356" y="51815"/>
                  </a:lnTo>
                  <a:lnTo>
                    <a:pt x="181356" y="25907"/>
                  </a:lnTo>
                  <a:close/>
                </a:path>
                <a:path w="7351395" h="78105">
                  <a:moveTo>
                    <a:pt x="233172" y="25907"/>
                  </a:moveTo>
                  <a:lnTo>
                    <a:pt x="207263" y="25907"/>
                  </a:lnTo>
                  <a:lnTo>
                    <a:pt x="207263" y="51815"/>
                  </a:lnTo>
                  <a:lnTo>
                    <a:pt x="233172" y="51815"/>
                  </a:lnTo>
                  <a:lnTo>
                    <a:pt x="233172" y="25907"/>
                  </a:lnTo>
                  <a:close/>
                </a:path>
                <a:path w="7351395" h="78105">
                  <a:moveTo>
                    <a:pt x="284988" y="25907"/>
                  </a:moveTo>
                  <a:lnTo>
                    <a:pt x="259080" y="25907"/>
                  </a:lnTo>
                  <a:lnTo>
                    <a:pt x="259080" y="51815"/>
                  </a:lnTo>
                  <a:lnTo>
                    <a:pt x="284988" y="51815"/>
                  </a:lnTo>
                  <a:lnTo>
                    <a:pt x="284988" y="25907"/>
                  </a:lnTo>
                  <a:close/>
                </a:path>
                <a:path w="7351395" h="78105">
                  <a:moveTo>
                    <a:pt x="336803" y="25907"/>
                  </a:moveTo>
                  <a:lnTo>
                    <a:pt x="310896" y="25907"/>
                  </a:lnTo>
                  <a:lnTo>
                    <a:pt x="310896" y="51815"/>
                  </a:lnTo>
                  <a:lnTo>
                    <a:pt x="336803" y="51815"/>
                  </a:lnTo>
                  <a:lnTo>
                    <a:pt x="336803" y="25907"/>
                  </a:lnTo>
                  <a:close/>
                </a:path>
                <a:path w="7351395" h="78105">
                  <a:moveTo>
                    <a:pt x="388619" y="25907"/>
                  </a:moveTo>
                  <a:lnTo>
                    <a:pt x="362712" y="25907"/>
                  </a:lnTo>
                  <a:lnTo>
                    <a:pt x="362712" y="51815"/>
                  </a:lnTo>
                  <a:lnTo>
                    <a:pt x="388619" y="51815"/>
                  </a:lnTo>
                  <a:lnTo>
                    <a:pt x="388619" y="25907"/>
                  </a:lnTo>
                  <a:close/>
                </a:path>
                <a:path w="7351395" h="78105">
                  <a:moveTo>
                    <a:pt x="440435" y="25907"/>
                  </a:moveTo>
                  <a:lnTo>
                    <a:pt x="414528" y="25907"/>
                  </a:lnTo>
                  <a:lnTo>
                    <a:pt x="414528" y="51815"/>
                  </a:lnTo>
                  <a:lnTo>
                    <a:pt x="440435" y="51815"/>
                  </a:lnTo>
                  <a:lnTo>
                    <a:pt x="440435" y="25907"/>
                  </a:lnTo>
                  <a:close/>
                </a:path>
                <a:path w="7351395" h="78105">
                  <a:moveTo>
                    <a:pt x="492252" y="25907"/>
                  </a:moveTo>
                  <a:lnTo>
                    <a:pt x="466344" y="25907"/>
                  </a:lnTo>
                  <a:lnTo>
                    <a:pt x="466344" y="51815"/>
                  </a:lnTo>
                  <a:lnTo>
                    <a:pt x="492252" y="51815"/>
                  </a:lnTo>
                  <a:lnTo>
                    <a:pt x="492252" y="25907"/>
                  </a:lnTo>
                  <a:close/>
                </a:path>
                <a:path w="7351395" h="78105">
                  <a:moveTo>
                    <a:pt x="544068" y="25907"/>
                  </a:moveTo>
                  <a:lnTo>
                    <a:pt x="518159" y="25907"/>
                  </a:lnTo>
                  <a:lnTo>
                    <a:pt x="518159" y="51815"/>
                  </a:lnTo>
                  <a:lnTo>
                    <a:pt x="544068" y="51815"/>
                  </a:lnTo>
                  <a:lnTo>
                    <a:pt x="544068" y="25907"/>
                  </a:lnTo>
                  <a:close/>
                </a:path>
                <a:path w="7351395" h="78105">
                  <a:moveTo>
                    <a:pt x="595883" y="25907"/>
                  </a:moveTo>
                  <a:lnTo>
                    <a:pt x="569976" y="25907"/>
                  </a:lnTo>
                  <a:lnTo>
                    <a:pt x="569976" y="51815"/>
                  </a:lnTo>
                  <a:lnTo>
                    <a:pt x="595883" y="51815"/>
                  </a:lnTo>
                  <a:lnTo>
                    <a:pt x="595883" y="25907"/>
                  </a:lnTo>
                  <a:close/>
                </a:path>
                <a:path w="7351395" h="78105">
                  <a:moveTo>
                    <a:pt x="647700" y="25907"/>
                  </a:moveTo>
                  <a:lnTo>
                    <a:pt x="621792" y="25907"/>
                  </a:lnTo>
                  <a:lnTo>
                    <a:pt x="621792" y="51815"/>
                  </a:lnTo>
                  <a:lnTo>
                    <a:pt x="647700" y="51815"/>
                  </a:lnTo>
                  <a:lnTo>
                    <a:pt x="647700" y="25907"/>
                  </a:lnTo>
                  <a:close/>
                </a:path>
                <a:path w="7351395" h="78105">
                  <a:moveTo>
                    <a:pt x="699516" y="25907"/>
                  </a:moveTo>
                  <a:lnTo>
                    <a:pt x="673607" y="25907"/>
                  </a:lnTo>
                  <a:lnTo>
                    <a:pt x="673607" y="51815"/>
                  </a:lnTo>
                  <a:lnTo>
                    <a:pt x="699516" y="51815"/>
                  </a:lnTo>
                  <a:lnTo>
                    <a:pt x="699516" y="25907"/>
                  </a:lnTo>
                  <a:close/>
                </a:path>
                <a:path w="7351395" h="78105">
                  <a:moveTo>
                    <a:pt x="751332" y="25907"/>
                  </a:moveTo>
                  <a:lnTo>
                    <a:pt x="725424" y="25907"/>
                  </a:lnTo>
                  <a:lnTo>
                    <a:pt x="725424" y="51815"/>
                  </a:lnTo>
                  <a:lnTo>
                    <a:pt x="751332" y="51815"/>
                  </a:lnTo>
                  <a:lnTo>
                    <a:pt x="751332" y="25907"/>
                  </a:lnTo>
                  <a:close/>
                </a:path>
                <a:path w="7351395" h="78105">
                  <a:moveTo>
                    <a:pt x="803148" y="25907"/>
                  </a:moveTo>
                  <a:lnTo>
                    <a:pt x="777239" y="25907"/>
                  </a:lnTo>
                  <a:lnTo>
                    <a:pt x="777239" y="51815"/>
                  </a:lnTo>
                  <a:lnTo>
                    <a:pt x="803148" y="51815"/>
                  </a:lnTo>
                  <a:lnTo>
                    <a:pt x="803148" y="25907"/>
                  </a:lnTo>
                  <a:close/>
                </a:path>
                <a:path w="7351395" h="78105">
                  <a:moveTo>
                    <a:pt x="854963" y="25907"/>
                  </a:moveTo>
                  <a:lnTo>
                    <a:pt x="829056" y="25907"/>
                  </a:lnTo>
                  <a:lnTo>
                    <a:pt x="829056" y="51815"/>
                  </a:lnTo>
                  <a:lnTo>
                    <a:pt x="854963" y="51815"/>
                  </a:lnTo>
                  <a:lnTo>
                    <a:pt x="854963" y="25907"/>
                  </a:lnTo>
                  <a:close/>
                </a:path>
                <a:path w="7351395" h="78105">
                  <a:moveTo>
                    <a:pt x="906780" y="25907"/>
                  </a:moveTo>
                  <a:lnTo>
                    <a:pt x="880871" y="25907"/>
                  </a:lnTo>
                  <a:lnTo>
                    <a:pt x="880871" y="51815"/>
                  </a:lnTo>
                  <a:lnTo>
                    <a:pt x="906780" y="51815"/>
                  </a:lnTo>
                  <a:lnTo>
                    <a:pt x="906780" y="25907"/>
                  </a:lnTo>
                  <a:close/>
                </a:path>
                <a:path w="7351395" h="78105">
                  <a:moveTo>
                    <a:pt x="958595" y="25907"/>
                  </a:moveTo>
                  <a:lnTo>
                    <a:pt x="932688" y="25907"/>
                  </a:lnTo>
                  <a:lnTo>
                    <a:pt x="932688" y="51815"/>
                  </a:lnTo>
                  <a:lnTo>
                    <a:pt x="958595" y="51815"/>
                  </a:lnTo>
                  <a:lnTo>
                    <a:pt x="958595" y="25907"/>
                  </a:lnTo>
                  <a:close/>
                </a:path>
                <a:path w="7351395" h="78105">
                  <a:moveTo>
                    <a:pt x="1010412" y="25907"/>
                  </a:moveTo>
                  <a:lnTo>
                    <a:pt x="984504" y="25907"/>
                  </a:lnTo>
                  <a:lnTo>
                    <a:pt x="984504" y="51815"/>
                  </a:lnTo>
                  <a:lnTo>
                    <a:pt x="1010412" y="51815"/>
                  </a:lnTo>
                  <a:lnTo>
                    <a:pt x="1010412" y="25907"/>
                  </a:lnTo>
                  <a:close/>
                </a:path>
                <a:path w="7351395" h="78105">
                  <a:moveTo>
                    <a:pt x="1062227" y="25907"/>
                  </a:moveTo>
                  <a:lnTo>
                    <a:pt x="1036319" y="25907"/>
                  </a:lnTo>
                  <a:lnTo>
                    <a:pt x="1036319" y="51815"/>
                  </a:lnTo>
                  <a:lnTo>
                    <a:pt x="1062227" y="51815"/>
                  </a:lnTo>
                  <a:lnTo>
                    <a:pt x="1062227" y="25907"/>
                  </a:lnTo>
                  <a:close/>
                </a:path>
                <a:path w="7351395" h="78105">
                  <a:moveTo>
                    <a:pt x="1114044" y="25907"/>
                  </a:moveTo>
                  <a:lnTo>
                    <a:pt x="1088136" y="25907"/>
                  </a:lnTo>
                  <a:lnTo>
                    <a:pt x="1088136" y="51815"/>
                  </a:lnTo>
                  <a:lnTo>
                    <a:pt x="1114044" y="51815"/>
                  </a:lnTo>
                  <a:lnTo>
                    <a:pt x="1114044" y="25907"/>
                  </a:lnTo>
                  <a:close/>
                </a:path>
                <a:path w="7351395" h="78105">
                  <a:moveTo>
                    <a:pt x="1165860" y="25907"/>
                  </a:moveTo>
                  <a:lnTo>
                    <a:pt x="1139952" y="25907"/>
                  </a:lnTo>
                  <a:lnTo>
                    <a:pt x="1139952" y="51815"/>
                  </a:lnTo>
                  <a:lnTo>
                    <a:pt x="1165860" y="51815"/>
                  </a:lnTo>
                  <a:lnTo>
                    <a:pt x="1165860" y="25907"/>
                  </a:lnTo>
                  <a:close/>
                </a:path>
                <a:path w="7351395" h="78105">
                  <a:moveTo>
                    <a:pt x="1217676" y="25907"/>
                  </a:moveTo>
                  <a:lnTo>
                    <a:pt x="1191768" y="25907"/>
                  </a:lnTo>
                  <a:lnTo>
                    <a:pt x="1191768" y="51815"/>
                  </a:lnTo>
                  <a:lnTo>
                    <a:pt x="1217676" y="51815"/>
                  </a:lnTo>
                  <a:lnTo>
                    <a:pt x="1217676" y="25907"/>
                  </a:lnTo>
                  <a:close/>
                </a:path>
                <a:path w="7351395" h="78105">
                  <a:moveTo>
                    <a:pt x="1269492" y="25907"/>
                  </a:moveTo>
                  <a:lnTo>
                    <a:pt x="1243583" y="25907"/>
                  </a:lnTo>
                  <a:lnTo>
                    <a:pt x="1243583" y="51815"/>
                  </a:lnTo>
                  <a:lnTo>
                    <a:pt x="1269492" y="51815"/>
                  </a:lnTo>
                  <a:lnTo>
                    <a:pt x="1269492" y="25907"/>
                  </a:lnTo>
                  <a:close/>
                </a:path>
                <a:path w="7351395" h="78105">
                  <a:moveTo>
                    <a:pt x="1321308" y="25907"/>
                  </a:moveTo>
                  <a:lnTo>
                    <a:pt x="1295400" y="25907"/>
                  </a:lnTo>
                  <a:lnTo>
                    <a:pt x="1295400" y="51815"/>
                  </a:lnTo>
                  <a:lnTo>
                    <a:pt x="1321308" y="51815"/>
                  </a:lnTo>
                  <a:lnTo>
                    <a:pt x="1321308" y="25907"/>
                  </a:lnTo>
                  <a:close/>
                </a:path>
                <a:path w="7351395" h="78105">
                  <a:moveTo>
                    <a:pt x="1373124" y="25907"/>
                  </a:moveTo>
                  <a:lnTo>
                    <a:pt x="1347216" y="25907"/>
                  </a:lnTo>
                  <a:lnTo>
                    <a:pt x="1347216" y="51815"/>
                  </a:lnTo>
                  <a:lnTo>
                    <a:pt x="1373124" y="51815"/>
                  </a:lnTo>
                  <a:lnTo>
                    <a:pt x="1373124" y="25907"/>
                  </a:lnTo>
                  <a:close/>
                </a:path>
                <a:path w="7351395" h="78105">
                  <a:moveTo>
                    <a:pt x="1424939" y="25907"/>
                  </a:moveTo>
                  <a:lnTo>
                    <a:pt x="1399032" y="25907"/>
                  </a:lnTo>
                  <a:lnTo>
                    <a:pt x="1399032" y="51815"/>
                  </a:lnTo>
                  <a:lnTo>
                    <a:pt x="1424939" y="51815"/>
                  </a:lnTo>
                  <a:lnTo>
                    <a:pt x="1424939" y="25907"/>
                  </a:lnTo>
                  <a:close/>
                </a:path>
                <a:path w="7351395" h="78105">
                  <a:moveTo>
                    <a:pt x="1476756" y="25907"/>
                  </a:moveTo>
                  <a:lnTo>
                    <a:pt x="1450848" y="25907"/>
                  </a:lnTo>
                  <a:lnTo>
                    <a:pt x="1450848" y="51815"/>
                  </a:lnTo>
                  <a:lnTo>
                    <a:pt x="1476756" y="51815"/>
                  </a:lnTo>
                  <a:lnTo>
                    <a:pt x="1476756" y="25907"/>
                  </a:lnTo>
                  <a:close/>
                </a:path>
                <a:path w="7351395" h="78105">
                  <a:moveTo>
                    <a:pt x="1528571" y="25907"/>
                  </a:moveTo>
                  <a:lnTo>
                    <a:pt x="1502664" y="25907"/>
                  </a:lnTo>
                  <a:lnTo>
                    <a:pt x="1502664" y="51815"/>
                  </a:lnTo>
                  <a:lnTo>
                    <a:pt x="1528571" y="51815"/>
                  </a:lnTo>
                  <a:lnTo>
                    <a:pt x="1528571" y="25907"/>
                  </a:lnTo>
                  <a:close/>
                </a:path>
                <a:path w="7351395" h="78105">
                  <a:moveTo>
                    <a:pt x="1580388" y="25907"/>
                  </a:moveTo>
                  <a:lnTo>
                    <a:pt x="1554480" y="25907"/>
                  </a:lnTo>
                  <a:lnTo>
                    <a:pt x="1554480" y="51815"/>
                  </a:lnTo>
                  <a:lnTo>
                    <a:pt x="1580388" y="51815"/>
                  </a:lnTo>
                  <a:lnTo>
                    <a:pt x="1580388" y="25907"/>
                  </a:lnTo>
                  <a:close/>
                </a:path>
                <a:path w="7351395" h="78105">
                  <a:moveTo>
                    <a:pt x="1632204" y="25907"/>
                  </a:moveTo>
                  <a:lnTo>
                    <a:pt x="1606295" y="25907"/>
                  </a:lnTo>
                  <a:lnTo>
                    <a:pt x="1606295" y="51815"/>
                  </a:lnTo>
                  <a:lnTo>
                    <a:pt x="1632204" y="51815"/>
                  </a:lnTo>
                  <a:lnTo>
                    <a:pt x="1632204" y="25907"/>
                  </a:lnTo>
                  <a:close/>
                </a:path>
                <a:path w="7351395" h="78105">
                  <a:moveTo>
                    <a:pt x="1684020" y="25907"/>
                  </a:moveTo>
                  <a:lnTo>
                    <a:pt x="1658112" y="25907"/>
                  </a:lnTo>
                  <a:lnTo>
                    <a:pt x="1658112" y="51815"/>
                  </a:lnTo>
                  <a:lnTo>
                    <a:pt x="1684020" y="51815"/>
                  </a:lnTo>
                  <a:lnTo>
                    <a:pt x="1684020" y="25907"/>
                  </a:lnTo>
                  <a:close/>
                </a:path>
                <a:path w="7351395" h="78105">
                  <a:moveTo>
                    <a:pt x="1735836" y="25907"/>
                  </a:moveTo>
                  <a:lnTo>
                    <a:pt x="1709927" y="25907"/>
                  </a:lnTo>
                  <a:lnTo>
                    <a:pt x="1709927" y="51815"/>
                  </a:lnTo>
                  <a:lnTo>
                    <a:pt x="1735836" y="51815"/>
                  </a:lnTo>
                  <a:lnTo>
                    <a:pt x="1735836" y="25907"/>
                  </a:lnTo>
                  <a:close/>
                </a:path>
                <a:path w="7351395" h="78105">
                  <a:moveTo>
                    <a:pt x="1787652" y="25907"/>
                  </a:moveTo>
                  <a:lnTo>
                    <a:pt x="1761744" y="25907"/>
                  </a:lnTo>
                  <a:lnTo>
                    <a:pt x="1761744" y="51815"/>
                  </a:lnTo>
                  <a:lnTo>
                    <a:pt x="1787652" y="51815"/>
                  </a:lnTo>
                  <a:lnTo>
                    <a:pt x="1787652" y="25907"/>
                  </a:lnTo>
                  <a:close/>
                </a:path>
                <a:path w="7351395" h="78105">
                  <a:moveTo>
                    <a:pt x="1839468" y="25907"/>
                  </a:moveTo>
                  <a:lnTo>
                    <a:pt x="1813560" y="25907"/>
                  </a:lnTo>
                  <a:lnTo>
                    <a:pt x="1813560" y="51815"/>
                  </a:lnTo>
                  <a:lnTo>
                    <a:pt x="1839468" y="51815"/>
                  </a:lnTo>
                  <a:lnTo>
                    <a:pt x="1839468" y="25907"/>
                  </a:lnTo>
                  <a:close/>
                </a:path>
                <a:path w="7351395" h="78105">
                  <a:moveTo>
                    <a:pt x="1891283" y="25907"/>
                  </a:moveTo>
                  <a:lnTo>
                    <a:pt x="1865376" y="25907"/>
                  </a:lnTo>
                  <a:lnTo>
                    <a:pt x="1865376" y="51815"/>
                  </a:lnTo>
                  <a:lnTo>
                    <a:pt x="1891283" y="51815"/>
                  </a:lnTo>
                  <a:lnTo>
                    <a:pt x="1891283" y="25907"/>
                  </a:lnTo>
                  <a:close/>
                </a:path>
                <a:path w="7351395" h="78105">
                  <a:moveTo>
                    <a:pt x="1943100" y="25907"/>
                  </a:moveTo>
                  <a:lnTo>
                    <a:pt x="1917192" y="25907"/>
                  </a:lnTo>
                  <a:lnTo>
                    <a:pt x="1917192" y="51815"/>
                  </a:lnTo>
                  <a:lnTo>
                    <a:pt x="1943100" y="51815"/>
                  </a:lnTo>
                  <a:lnTo>
                    <a:pt x="1943100" y="25907"/>
                  </a:lnTo>
                  <a:close/>
                </a:path>
                <a:path w="7351395" h="78105">
                  <a:moveTo>
                    <a:pt x="1994916" y="25907"/>
                  </a:moveTo>
                  <a:lnTo>
                    <a:pt x="1969008" y="25907"/>
                  </a:lnTo>
                  <a:lnTo>
                    <a:pt x="1969008" y="51815"/>
                  </a:lnTo>
                  <a:lnTo>
                    <a:pt x="1994916" y="51815"/>
                  </a:lnTo>
                  <a:lnTo>
                    <a:pt x="1994916" y="25907"/>
                  </a:lnTo>
                  <a:close/>
                </a:path>
                <a:path w="7351395" h="78105">
                  <a:moveTo>
                    <a:pt x="2046732" y="25907"/>
                  </a:moveTo>
                  <a:lnTo>
                    <a:pt x="2020824" y="25907"/>
                  </a:lnTo>
                  <a:lnTo>
                    <a:pt x="2020824" y="51815"/>
                  </a:lnTo>
                  <a:lnTo>
                    <a:pt x="2046732" y="51815"/>
                  </a:lnTo>
                  <a:lnTo>
                    <a:pt x="2046732" y="25907"/>
                  </a:lnTo>
                  <a:close/>
                </a:path>
                <a:path w="7351395" h="78105">
                  <a:moveTo>
                    <a:pt x="2098548" y="25907"/>
                  </a:moveTo>
                  <a:lnTo>
                    <a:pt x="2072639" y="25907"/>
                  </a:lnTo>
                  <a:lnTo>
                    <a:pt x="2072639" y="51815"/>
                  </a:lnTo>
                  <a:lnTo>
                    <a:pt x="2098548" y="51815"/>
                  </a:lnTo>
                  <a:lnTo>
                    <a:pt x="2098548" y="25907"/>
                  </a:lnTo>
                  <a:close/>
                </a:path>
                <a:path w="7351395" h="78105">
                  <a:moveTo>
                    <a:pt x="2150364" y="25907"/>
                  </a:moveTo>
                  <a:lnTo>
                    <a:pt x="2124456" y="25907"/>
                  </a:lnTo>
                  <a:lnTo>
                    <a:pt x="2124456" y="51815"/>
                  </a:lnTo>
                  <a:lnTo>
                    <a:pt x="2150364" y="51815"/>
                  </a:lnTo>
                  <a:lnTo>
                    <a:pt x="2150364" y="25907"/>
                  </a:lnTo>
                  <a:close/>
                </a:path>
                <a:path w="7351395" h="78105">
                  <a:moveTo>
                    <a:pt x="2202180" y="25907"/>
                  </a:moveTo>
                  <a:lnTo>
                    <a:pt x="2176272" y="25907"/>
                  </a:lnTo>
                  <a:lnTo>
                    <a:pt x="2176272" y="51815"/>
                  </a:lnTo>
                  <a:lnTo>
                    <a:pt x="2202180" y="51815"/>
                  </a:lnTo>
                  <a:lnTo>
                    <a:pt x="2202180" y="25907"/>
                  </a:lnTo>
                  <a:close/>
                </a:path>
                <a:path w="7351395" h="78105">
                  <a:moveTo>
                    <a:pt x="2253996" y="25907"/>
                  </a:moveTo>
                  <a:lnTo>
                    <a:pt x="2228088" y="25907"/>
                  </a:lnTo>
                  <a:lnTo>
                    <a:pt x="2228088" y="51815"/>
                  </a:lnTo>
                  <a:lnTo>
                    <a:pt x="2253996" y="51815"/>
                  </a:lnTo>
                  <a:lnTo>
                    <a:pt x="2253996" y="25907"/>
                  </a:lnTo>
                  <a:close/>
                </a:path>
                <a:path w="7351395" h="78105">
                  <a:moveTo>
                    <a:pt x="2305811" y="25907"/>
                  </a:moveTo>
                  <a:lnTo>
                    <a:pt x="2279904" y="25907"/>
                  </a:lnTo>
                  <a:lnTo>
                    <a:pt x="2279904" y="51815"/>
                  </a:lnTo>
                  <a:lnTo>
                    <a:pt x="2305811" y="51815"/>
                  </a:lnTo>
                  <a:lnTo>
                    <a:pt x="2305811" y="25907"/>
                  </a:lnTo>
                  <a:close/>
                </a:path>
                <a:path w="7351395" h="78105">
                  <a:moveTo>
                    <a:pt x="2357628" y="25907"/>
                  </a:moveTo>
                  <a:lnTo>
                    <a:pt x="2331720" y="25907"/>
                  </a:lnTo>
                  <a:lnTo>
                    <a:pt x="2331720" y="51815"/>
                  </a:lnTo>
                  <a:lnTo>
                    <a:pt x="2357628" y="51815"/>
                  </a:lnTo>
                  <a:lnTo>
                    <a:pt x="2357628" y="25907"/>
                  </a:lnTo>
                  <a:close/>
                </a:path>
                <a:path w="7351395" h="78105">
                  <a:moveTo>
                    <a:pt x="2409444" y="25907"/>
                  </a:moveTo>
                  <a:lnTo>
                    <a:pt x="2383535" y="25907"/>
                  </a:lnTo>
                  <a:lnTo>
                    <a:pt x="2383535" y="51815"/>
                  </a:lnTo>
                  <a:lnTo>
                    <a:pt x="2409444" y="51815"/>
                  </a:lnTo>
                  <a:lnTo>
                    <a:pt x="2409444" y="25907"/>
                  </a:lnTo>
                  <a:close/>
                </a:path>
                <a:path w="7351395" h="78105">
                  <a:moveTo>
                    <a:pt x="2461260" y="25907"/>
                  </a:moveTo>
                  <a:lnTo>
                    <a:pt x="2435352" y="25907"/>
                  </a:lnTo>
                  <a:lnTo>
                    <a:pt x="2435352" y="51815"/>
                  </a:lnTo>
                  <a:lnTo>
                    <a:pt x="2461260" y="51815"/>
                  </a:lnTo>
                  <a:lnTo>
                    <a:pt x="2461260" y="25907"/>
                  </a:lnTo>
                  <a:close/>
                </a:path>
                <a:path w="7351395" h="78105">
                  <a:moveTo>
                    <a:pt x="2513076" y="25907"/>
                  </a:moveTo>
                  <a:lnTo>
                    <a:pt x="2487168" y="25907"/>
                  </a:lnTo>
                  <a:lnTo>
                    <a:pt x="2487168" y="51815"/>
                  </a:lnTo>
                  <a:lnTo>
                    <a:pt x="2513076" y="51815"/>
                  </a:lnTo>
                  <a:lnTo>
                    <a:pt x="2513076" y="25907"/>
                  </a:lnTo>
                  <a:close/>
                </a:path>
                <a:path w="7351395" h="78105">
                  <a:moveTo>
                    <a:pt x="2564892" y="25907"/>
                  </a:moveTo>
                  <a:lnTo>
                    <a:pt x="2538984" y="25907"/>
                  </a:lnTo>
                  <a:lnTo>
                    <a:pt x="2538984" y="51815"/>
                  </a:lnTo>
                  <a:lnTo>
                    <a:pt x="2564892" y="51815"/>
                  </a:lnTo>
                  <a:lnTo>
                    <a:pt x="2564892" y="25907"/>
                  </a:lnTo>
                  <a:close/>
                </a:path>
                <a:path w="7351395" h="78105">
                  <a:moveTo>
                    <a:pt x="2616708" y="25907"/>
                  </a:moveTo>
                  <a:lnTo>
                    <a:pt x="2590799" y="25907"/>
                  </a:lnTo>
                  <a:lnTo>
                    <a:pt x="2590799" y="51815"/>
                  </a:lnTo>
                  <a:lnTo>
                    <a:pt x="2616708" y="51815"/>
                  </a:lnTo>
                  <a:lnTo>
                    <a:pt x="2616708" y="25907"/>
                  </a:lnTo>
                  <a:close/>
                </a:path>
                <a:path w="7351395" h="78105">
                  <a:moveTo>
                    <a:pt x="2668523" y="25907"/>
                  </a:moveTo>
                  <a:lnTo>
                    <a:pt x="2642616" y="25907"/>
                  </a:lnTo>
                  <a:lnTo>
                    <a:pt x="2642616" y="51815"/>
                  </a:lnTo>
                  <a:lnTo>
                    <a:pt x="2668523" y="51815"/>
                  </a:lnTo>
                  <a:lnTo>
                    <a:pt x="2668523" y="25907"/>
                  </a:lnTo>
                  <a:close/>
                </a:path>
                <a:path w="7351395" h="78105">
                  <a:moveTo>
                    <a:pt x="2720340" y="25907"/>
                  </a:moveTo>
                  <a:lnTo>
                    <a:pt x="2694432" y="25907"/>
                  </a:lnTo>
                  <a:lnTo>
                    <a:pt x="2694432" y="51815"/>
                  </a:lnTo>
                  <a:lnTo>
                    <a:pt x="2720340" y="51815"/>
                  </a:lnTo>
                  <a:lnTo>
                    <a:pt x="2720340" y="25907"/>
                  </a:lnTo>
                  <a:close/>
                </a:path>
                <a:path w="7351395" h="78105">
                  <a:moveTo>
                    <a:pt x="2772156" y="25907"/>
                  </a:moveTo>
                  <a:lnTo>
                    <a:pt x="2746247" y="25907"/>
                  </a:lnTo>
                  <a:lnTo>
                    <a:pt x="2746247" y="51815"/>
                  </a:lnTo>
                  <a:lnTo>
                    <a:pt x="2772156" y="51815"/>
                  </a:lnTo>
                  <a:lnTo>
                    <a:pt x="2772156" y="25907"/>
                  </a:lnTo>
                  <a:close/>
                </a:path>
                <a:path w="7351395" h="78105">
                  <a:moveTo>
                    <a:pt x="2823972" y="25907"/>
                  </a:moveTo>
                  <a:lnTo>
                    <a:pt x="2798064" y="25907"/>
                  </a:lnTo>
                  <a:lnTo>
                    <a:pt x="2798064" y="51815"/>
                  </a:lnTo>
                  <a:lnTo>
                    <a:pt x="2823972" y="51815"/>
                  </a:lnTo>
                  <a:lnTo>
                    <a:pt x="2823972" y="25907"/>
                  </a:lnTo>
                  <a:close/>
                </a:path>
                <a:path w="7351395" h="78105">
                  <a:moveTo>
                    <a:pt x="2875788" y="25907"/>
                  </a:moveTo>
                  <a:lnTo>
                    <a:pt x="2849880" y="25907"/>
                  </a:lnTo>
                  <a:lnTo>
                    <a:pt x="2849880" y="51815"/>
                  </a:lnTo>
                  <a:lnTo>
                    <a:pt x="2875788" y="51815"/>
                  </a:lnTo>
                  <a:lnTo>
                    <a:pt x="2875788" y="25907"/>
                  </a:lnTo>
                  <a:close/>
                </a:path>
                <a:path w="7351395" h="78105">
                  <a:moveTo>
                    <a:pt x="2927604" y="25907"/>
                  </a:moveTo>
                  <a:lnTo>
                    <a:pt x="2901696" y="25907"/>
                  </a:lnTo>
                  <a:lnTo>
                    <a:pt x="2901696" y="51815"/>
                  </a:lnTo>
                  <a:lnTo>
                    <a:pt x="2927604" y="51815"/>
                  </a:lnTo>
                  <a:lnTo>
                    <a:pt x="2927604" y="25907"/>
                  </a:lnTo>
                  <a:close/>
                </a:path>
                <a:path w="7351395" h="78105">
                  <a:moveTo>
                    <a:pt x="2979420" y="25907"/>
                  </a:moveTo>
                  <a:lnTo>
                    <a:pt x="2953511" y="25907"/>
                  </a:lnTo>
                  <a:lnTo>
                    <a:pt x="2953511" y="51815"/>
                  </a:lnTo>
                  <a:lnTo>
                    <a:pt x="2979420" y="51815"/>
                  </a:lnTo>
                  <a:lnTo>
                    <a:pt x="2979420" y="25907"/>
                  </a:lnTo>
                  <a:close/>
                </a:path>
                <a:path w="7351395" h="78105">
                  <a:moveTo>
                    <a:pt x="3031235" y="25907"/>
                  </a:moveTo>
                  <a:lnTo>
                    <a:pt x="3005328" y="25907"/>
                  </a:lnTo>
                  <a:lnTo>
                    <a:pt x="3005328" y="51815"/>
                  </a:lnTo>
                  <a:lnTo>
                    <a:pt x="3031235" y="51815"/>
                  </a:lnTo>
                  <a:lnTo>
                    <a:pt x="3031235" y="25907"/>
                  </a:lnTo>
                  <a:close/>
                </a:path>
                <a:path w="7351395" h="78105">
                  <a:moveTo>
                    <a:pt x="3083052" y="25907"/>
                  </a:moveTo>
                  <a:lnTo>
                    <a:pt x="3057144" y="25907"/>
                  </a:lnTo>
                  <a:lnTo>
                    <a:pt x="3057144" y="51815"/>
                  </a:lnTo>
                  <a:lnTo>
                    <a:pt x="3083052" y="51815"/>
                  </a:lnTo>
                  <a:lnTo>
                    <a:pt x="3083052" y="25907"/>
                  </a:lnTo>
                  <a:close/>
                </a:path>
                <a:path w="7351395" h="78105">
                  <a:moveTo>
                    <a:pt x="3134868" y="25907"/>
                  </a:moveTo>
                  <a:lnTo>
                    <a:pt x="3108960" y="25907"/>
                  </a:lnTo>
                  <a:lnTo>
                    <a:pt x="3108960" y="51815"/>
                  </a:lnTo>
                  <a:lnTo>
                    <a:pt x="3134868" y="51815"/>
                  </a:lnTo>
                  <a:lnTo>
                    <a:pt x="3134868" y="25907"/>
                  </a:lnTo>
                  <a:close/>
                </a:path>
                <a:path w="7351395" h="78105">
                  <a:moveTo>
                    <a:pt x="3186684" y="25907"/>
                  </a:moveTo>
                  <a:lnTo>
                    <a:pt x="3160776" y="25907"/>
                  </a:lnTo>
                  <a:lnTo>
                    <a:pt x="3160776" y="51815"/>
                  </a:lnTo>
                  <a:lnTo>
                    <a:pt x="3186684" y="51815"/>
                  </a:lnTo>
                  <a:lnTo>
                    <a:pt x="3186684" y="25907"/>
                  </a:lnTo>
                  <a:close/>
                </a:path>
                <a:path w="7351395" h="78105">
                  <a:moveTo>
                    <a:pt x="3238499" y="25907"/>
                  </a:moveTo>
                  <a:lnTo>
                    <a:pt x="3212592" y="25907"/>
                  </a:lnTo>
                  <a:lnTo>
                    <a:pt x="3212592" y="51815"/>
                  </a:lnTo>
                  <a:lnTo>
                    <a:pt x="3238499" y="51815"/>
                  </a:lnTo>
                  <a:lnTo>
                    <a:pt x="3238499" y="25907"/>
                  </a:lnTo>
                  <a:close/>
                </a:path>
                <a:path w="7351395" h="78105">
                  <a:moveTo>
                    <a:pt x="3290316" y="25907"/>
                  </a:moveTo>
                  <a:lnTo>
                    <a:pt x="3264407" y="25907"/>
                  </a:lnTo>
                  <a:lnTo>
                    <a:pt x="3264407" y="51815"/>
                  </a:lnTo>
                  <a:lnTo>
                    <a:pt x="3290316" y="51815"/>
                  </a:lnTo>
                  <a:lnTo>
                    <a:pt x="3290316" y="25907"/>
                  </a:lnTo>
                  <a:close/>
                </a:path>
                <a:path w="7351395" h="78105">
                  <a:moveTo>
                    <a:pt x="3342131" y="25907"/>
                  </a:moveTo>
                  <a:lnTo>
                    <a:pt x="3316224" y="25907"/>
                  </a:lnTo>
                  <a:lnTo>
                    <a:pt x="3316224" y="51815"/>
                  </a:lnTo>
                  <a:lnTo>
                    <a:pt x="3342131" y="51815"/>
                  </a:lnTo>
                  <a:lnTo>
                    <a:pt x="3342131" y="25907"/>
                  </a:lnTo>
                  <a:close/>
                </a:path>
                <a:path w="7351395" h="78105">
                  <a:moveTo>
                    <a:pt x="3393948" y="25907"/>
                  </a:moveTo>
                  <a:lnTo>
                    <a:pt x="3368040" y="25907"/>
                  </a:lnTo>
                  <a:lnTo>
                    <a:pt x="3368040" y="51815"/>
                  </a:lnTo>
                  <a:lnTo>
                    <a:pt x="3393948" y="51815"/>
                  </a:lnTo>
                  <a:lnTo>
                    <a:pt x="3393948" y="25907"/>
                  </a:lnTo>
                  <a:close/>
                </a:path>
                <a:path w="7351395" h="78105">
                  <a:moveTo>
                    <a:pt x="3445764" y="25907"/>
                  </a:moveTo>
                  <a:lnTo>
                    <a:pt x="3419855" y="25907"/>
                  </a:lnTo>
                  <a:lnTo>
                    <a:pt x="3419855" y="51815"/>
                  </a:lnTo>
                  <a:lnTo>
                    <a:pt x="3445764" y="51815"/>
                  </a:lnTo>
                  <a:lnTo>
                    <a:pt x="3445764" y="25907"/>
                  </a:lnTo>
                  <a:close/>
                </a:path>
                <a:path w="7351395" h="78105">
                  <a:moveTo>
                    <a:pt x="3497579" y="25907"/>
                  </a:moveTo>
                  <a:lnTo>
                    <a:pt x="3471672" y="25907"/>
                  </a:lnTo>
                  <a:lnTo>
                    <a:pt x="3471672" y="51815"/>
                  </a:lnTo>
                  <a:lnTo>
                    <a:pt x="3497579" y="51815"/>
                  </a:lnTo>
                  <a:lnTo>
                    <a:pt x="3497579" y="25907"/>
                  </a:lnTo>
                  <a:close/>
                </a:path>
                <a:path w="7351395" h="78105">
                  <a:moveTo>
                    <a:pt x="3549396" y="25907"/>
                  </a:moveTo>
                  <a:lnTo>
                    <a:pt x="3523488" y="25907"/>
                  </a:lnTo>
                  <a:lnTo>
                    <a:pt x="3523488" y="51815"/>
                  </a:lnTo>
                  <a:lnTo>
                    <a:pt x="3549396" y="51815"/>
                  </a:lnTo>
                  <a:lnTo>
                    <a:pt x="3549396" y="25907"/>
                  </a:lnTo>
                  <a:close/>
                </a:path>
                <a:path w="7351395" h="78105">
                  <a:moveTo>
                    <a:pt x="3601211" y="25907"/>
                  </a:moveTo>
                  <a:lnTo>
                    <a:pt x="3575304" y="25907"/>
                  </a:lnTo>
                  <a:lnTo>
                    <a:pt x="3575304" y="51815"/>
                  </a:lnTo>
                  <a:lnTo>
                    <a:pt x="3601211" y="51815"/>
                  </a:lnTo>
                  <a:lnTo>
                    <a:pt x="3601211" y="25907"/>
                  </a:lnTo>
                  <a:close/>
                </a:path>
                <a:path w="7351395" h="78105">
                  <a:moveTo>
                    <a:pt x="3653028" y="25907"/>
                  </a:moveTo>
                  <a:lnTo>
                    <a:pt x="3627120" y="25907"/>
                  </a:lnTo>
                  <a:lnTo>
                    <a:pt x="3627120" y="51815"/>
                  </a:lnTo>
                  <a:lnTo>
                    <a:pt x="3653028" y="51815"/>
                  </a:lnTo>
                  <a:lnTo>
                    <a:pt x="3653028" y="25907"/>
                  </a:lnTo>
                  <a:close/>
                </a:path>
                <a:path w="7351395" h="78105">
                  <a:moveTo>
                    <a:pt x="3704844" y="25907"/>
                  </a:moveTo>
                  <a:lnTo>
                    <a:pt x="3678935" y="25907"/>
                  </a:lnTo>
                  <a:lnTo>
                    <a:pt x="3678935" y="51815"/>
                  </a:lnTo>
                  <a:lnTo>
                    <a:pt x="3704844" y="51815"/>
                  </a:lnTo>
                  <a:lnTo>
                    <a:pt x="3704844" y="25907"/>
                  </a:lnTo>
                  <a:close/>
                </a:path>
                <a:path w="7351395" h="78105">
                  <a:moveTo>
                    <a:pt x="3756659" y="25907"/>
                  </a:moveTo>
                  <a:lnTo>
                    <a:pt x="3730752" y="25907"/>
                  </a:lnTo>
                  <a:lnTo>
                    <a:pt x="3730752" y="51815"/>
                  </a:lnTo>
                  <a:lnTo>
                    <a:pt x="3756659" y="51815"/>
                  </a:lnTo>
                  <a:lnTo>
                    <a:pt x="3756659" y="25907"/>
                  </a:lnTo>
                  <a:close/>
                </a:path>
                <a:path w="7351395" h="78105">
                  <a:moveTo>
                    <a:pt x="3808476" y="25907"/>
                  </a:moveTo>
                  <a:lnTo>
                    <a:pt x="3782568" y="25907"/>
                  </a:lnTo>
                  <a:lnTo>
                    <a:pt x="3782568" y="51815"/>
                  </a:lnTo>
                  <a:lnTo>
                    <a:pt x="3808476" y="51815"/>
                  </a:lnTo>
                  <a:lnTo>
                    <a:pt x="3808476" y="25907"/>
                  </a:lnTo>
                  <a:close/>
                </a:path>
                <a:path w="7351395" h="78105">
                  <a:moveTo>
                    <a:pt x="3860292" y="25907"/>
                  </a:moveTo>
                  <a:lnTo>
                    <a:pt x="3834383" y="25907"/>
                  </a:lnTo>
                  <a:lnTo>
                    <a:pt x="3834383" y="51815"/>
                  </a:lnTo>
                  <a:lnTo>
                    <a:pt x="3860292" y="51815"/>
                  </a:lnTo>
                  <a:lnTo>
                    <a:pt x="3860292" y="25907"/>
                  </a:lnTo>
                  <a:close/>
                </a:path>
                <a:path w="7351395" h="78105">
                  <a:moveTo>
                    <a:pt x="3912107" y="25907"/>
                  </a:moveTo>
                  <a:lnTo>
                    <a:pt x="3886200" y="25907"/>
                  </a:lnTo>
                  <a:lnTo>
                    <a:pt x="3886200" y="51815"/>
                  </a:lnTo>
                  <a:lnTo>
                    <a:pt x="3912107" y="51815"/>
                  </a:lnTo>
                  <a:lnTo>
                    <a:pt x="3912107" y="25907"/>
                  </a:lnTo>
                  <a:close/>
                </a:path>
                <a:path w="7351395" h="78105">
                  <a:moveTo>
                    <a:pt x="3963924" y="25907"/>
                  </a:moveTo>
                  <a:lnTo>
                    <a:pt x="3938016" y="25907"/>
                  </a:lnTo>
                  <a:lnTo>
                    <a:pt x="3938016" y="51815"/>
                  </a:lnTo>
                  <a:lnTo>
                    <a:pt x="3963924" y="51815"/>
                  </a:lnTo>
                  <a:lnTo>
                    <a:pt x="3963924" y="25907"/>
                  </a:lnTo>
                  <a:close/>
                </a:path>
                <a:path w="7351395" h="78105">
                  <a:moveTo>
                    <a:pt x="4015740" y="25907"/>
                  </a:moveTo>
                  <a:lnTo>
                    <a:pt x="3989831" y="25907"/>
                  </a:lnTo>
                  <a:lnTo>
                    <a:pt x="3989831" y="51815"/>
                  </a:lnTo>
                  <a:lnTo>
                    <a:pt x="4015740" y="51815"/>
                  </a:lnTo>
                  <a:lnTo>
                    <a:pt x="4015740" y="25907"/>
                  </a:lnTo>
                  <a:close/>
                </a:path>
                <a:path w="7351395" h="78105">
                  <a:moveTo>
                    <a:pt x="4067555" y="25907"/>
                  </a:moveTo>
                  <a:lnTo>
                    <a:pt x="4041648" y="25907"/>
                  </a:lnTo>
                  <a:lnTo>
                    <a:pt x="4041648" y="51815"/>
                  </a:lnTo>
                  <a:lnTo>
                    <a:pt x="4067555" y="51815"/>
                  </a:lnTo>
                  <a:lnTo>
                    <a:pt x="4067555" y="25907"/>
                  </a:lnTo>
                  <a:close/>
                </a:path>
                <a:path w="7351395" h="78105">
                  <a:moveTo>
                    <a:pt x="4119372" y="25907"/>
                  </a:moveTo>
                  <a:lnTo>
                    <a:pt x="4093464" y="25907"/>
                  </a:lnTo>
                  <a:lnTo>
                    <a:pt x="4093464" y="51815"/>
                  </a:lnTo>
                  <a:lnTo>
                    <a:pt x="4119372" y="51815"/>
                  </a:lnTo>
                  <a:lnTo>
                    <a:pt x="4119372" y="25907"/>
                  </a:lnTo>
                  <a:close/>
                </a:path>
                <a:path w="7351395" h="78105">
                  <a:moveTo>
                    <a:pt x="4171188" y="25907"/>
                  </a:moveTo>
                  <a:lnTo>
                    <a:pt x="4145279" y="25907"/>
                  </a:lnTo>
                  <a:lnTo>
                    <a:pt x="4145279" y="51815"/>
                  </a:lnTo>
                  <a:lnTo>
                    <a:pt x="4171188" y="51815"/>
                  </a:lnTo>
                  <a:lnTo>
                    <a:pt x="4171188" y="25907"/>
                  </a:lnTo>
                  <a:close/>
                </a:path>
                <a:path w="7351395" h="78105">
                  <a:moveTo>
                    <a:pt x="4223004" y="25907"/>
                  </a:moveTo>
                  <a:lnTo>
                    <a:pt x="4197096" y="25907"/>
                  </a:lnTo>
                  <a:lnTo>
                    <a:pt x="4197096" y="51815"/>
                  </a:lnTo>
                  <a:lnTo>
                    <a:pt x="4223004" y="51815"/>
                  </a:lnTo>
                  <a:lnTo>
                    <a:pt x="4223004" y="25907"/>
                  </a:lnTo>
                  <a:close/>
                </a:path>
                <a:path w="7351395" h="78105">
                  <a:moveTo>
                    <a:pt x="4274820" y="25907"/>
                  </a:moveTo>
                  <a:lnTo>
                    <a:pt x="4248911" y="25907"/>
                  </a:lnTo>
                  <a:lnTo>
                    <a:pt x="4248911" y="51815"/>
                  </a:lnTo>
                  <a:lnTo>
                    <a:pt x="4274820" y="51815"/>
                  </a:lnTo>
                  <a:lnTo>
                    <a:pt x="4274820" y="25907"/>
                  </a:lnTo>
                  <a:close/>
                </a:path>
                <a:path w="7351395" h="78105">
                  <a:moveTo>
                    <a:pt x="4326635" y="25907"/>
                  </a:moveTo>
                  <a:lnTo>
                    <a:pt x="4300728" y="25907"/>
                  </a:lnTo>
                  <a:lnTo>
                    <a:pt x="4300728" y="51815"/>
                  </a:lnTo>
                  <a:lnTo>
                    <a:pt x="4326635" y="51815"/>
                  </a:lnTo>
                  <a:lnTo>
                    <a:pt x="4326635" y="25907"/>
                  </a:lnTo>
                  <a:close/>
                </a:path>
                <a:path w="7351395" h="78105">
                  <a:moveTo>
                    <a:pt x="4378452" y="25907"/>
                  </a:moveTo>
                  <a:lnTo>
                    <a:pt x="4352544" y="25907"/>
                  </a:lnTo>
                  <a:lnTo>
                    <a:pt x="4352544" y="51815"/>
                  </a:lnTo>
                  <a:lnTo>
                    <a:pt x="4378452" y="51815"/>
                  </a:lnTo>
                  <a:lnTo>
                    <a:pt x="4378452" y="25907"/>
                  </a:lnTo>
                  <a:close/>
                </a:path>
                <a:path w="7351395" h="78105">
                  <a:moveTo>
                    <a:pt x="4430268" y="25907"/>
                  </a:moveTo>
                  <a:lnTo>
                    <a:pt x="4404359" y="25907"/>
                  </a:lnTo>
                  <a:lnTo>
                    <a:pt x="4404359" y="51815"/>
                  </a:lnTo>
                  <a:lnTo>
                    <a:pt x="4430268" y="51815"/>
                  </a:lnTo>
                  <a:lnTo>
                    <a:pt x="4430268" y="25907"/>
                  </a:lnTo>
                  <a:close/>
                </a:path>
                <a:path w="7351395" h="78105">
                  <a:moveTo>
                    <a:pt x="4482083" y="25907"/>
                  </a:moveTo>
                  <a:lnTo>
                    <a:pt x="4456176" y="25907"/>
                  </a:lnTo>
                  <a:lnTo>
                    <a:pt x="4456176" y="51815"/>
                  </a:lnTo>
                  <a:lnTo>
                    <a:pt x="4482083" y="51815"/>
                  </a:lnTo>
                  <a:lnTo>
                    <a:pt x="4482083" y="25907"/>
                  </a:lnTo>
                  <a:close/>
                </a:path>
                <a:path w="7351395" h="78105">
                  <a:moveTo>
                    <a:pt x="4533900" y="25907"/>
                  </a:moveTo>
                  <a:lnTo>
                    <a:pt x="4507992" y="25907"/>
                  </a:lnTo>
                  <a:lnTo>
                    <a:pt x="4507992" y="51815"/>
                  </a:lnTo>
                  <a:lnTo>
                    <a:pt x="4533900" y="51815"/>
                  </a:lnTo>
                  <a:lnTo>
                    <a:pt x="4533900" y="25907"/>
                  </a:lnTo>
                  <a:close/>
                </a:path>
                <a:path w="7351395" h="78105">
                  <a:moveTo>
                    <a:pt x="4585716" y="25907"/>
                  </a:moveTo>
                  <a:lnTo>
                    <a:pt x="4559808" y="25907"/>
                  </a:lnTo>
                  <a:lnTo>
                    <a:pt x="4559808" y="51815"/>
                  </a:lnTo>
                  <a:lnTo>
                    <a:pt x="4585716" y="51815"/>
                  </a:lnTo>
                  <a:lnTo>
                    <a:pt x="4585716" y="25907"/>
                  </a:lnTo>
                  <a:close/>
                </a:path>
                <a:path w="7351395" h="78105">
                  <a:moveTo>
                    <a:pt x="4637532" y="25907"/>
                  </a:moveTo>
                  <a:lnTo>
                    <a:pt x="4611624" y="25907"/>
                  </a:lnTo>
                  <a:lnTo>
                    <a:pt x="4611624" y="51815"/>
                  </a:lnTo>
                  <a:lnTo>
                    <a:pt x="4637532" y="51815"/>
                  </a:lnTo>
                  <a:lnTo>
                    <a:pt x="4637532" y="25907"/>
                  </a:lnTo>
                  <a:close/>
                </a:path>
                <a:path w="7351395" h="78105">
                  <a:moveTo>
                    <a:pt x="4689348" y="25907"/>
                  </a:moveTo>
                  <a:lnTo>
                    <a:pt x="4663440" y="25907"/>
                  </a:lnTo>
                  <a:lnTo>
                    <a:pt x="4663440" y="51815"/>
                  </a:lnTo>
                  <a:lnTo>
                    <a:pt x="4689348" y="51815"/>
                  </a:lnTo>
                  <a:lnTo>
                    <a:pt x="4689348" y="25907"/>
                  </a:lnTo>
                  <a:close/>
                </a:path>
                <a:path w="7351395" h="78105">
                  <a:moveTo>
                    <a:pt x="4741164" y="25907"/>
                  </a:moveTo>
                  <a:lnTo>
                    <a:pt x="4715256" y="25907"/>
                  </a:lnTo>
                  <a:lnTo>
                    <a:pt x="4715256" y="51815"/>
                  </a:lnTo>
                  <a:lnTo>
                    <a:pt x="4741164" y="51815"/>
                  </a:lnTo>
                  <a:lnTo>
                    <a:pt x="4741164" y="25907"/>
                  </a:lnTo>
                  <a:close/>
                </a:path>
                <a:path w="7351395" h="78105">
                  <a:moveTo>
                    <a:pt x="4792980" y="25907"/>
                  </a:moveTo>
                  <a:lnTo>
                    <a:pt x="4767072" y="25907"/>
                  </a:lnTo>
                  <a:lnTo>
                    <a:pt x="4767072" y="51815"/>
                  </a:lnTo>
                  <a:lnTo>
                    <a:pt x="4792980" y="51815"/>
                  </a:lnTo>
                  <a:lnTo>
                    <a:pt x="4792980" y="25907"/>
                  </a:lnTo>
                  <a:close/>
                </a:path>
                <a:path w="7351395" h="78105">
                  <a:moveTo>
                    <a:pt x="4844796" y="25907"/>
                  </a:moveTo>
                  <a:lnTo>
                    <a:pt x="4818888" y="25907"/>
                  </a:lnTo>
                  <a:lnTo>
                    <a:pt x="4818888" y="51815"/>
                  </a:lnTo>
                  <a:lnTo>
                    <a:pt x="4844796" y="51815"/>
                  </a:lnTo>
                  <a:lnTo>
                    <a:pt x="4844796" y="25907"/>
                  </a:lnTo>
                  <a:close/>
                </a:path>
                <a:path w="7351395" h="78105">
                  <a:moveTo>
                    <a:pt x="4896611" y="25907"/>
                  </a:moveTo>
                  <a:lnTo>
                    <a:pt x="4870704" y="25907"/>
                  </a:lnTo>
                  <a:lnTo>
                    <a:pt x="4870704" y="51815"/>
                  </a:lnTo>
                  <a:lnTo>
                    <a:pt x="4896611" y="51815"/>
                  </a:lnTo>
                  <a:lnTo>
                    <a:pt x="4896611" y="25907"/>
                  </a:lnTo>
                  <a:close/>
                </a:path>
                <a:path w="7351395" h="78105">
                  <a:moveTo>
                    <a:pt x="4948428" y="25907"/>
                  </a:moveTo>
                  <a:lnTo>
                    <a:pt x="4922520" y="25907"/>
                  </a:lnTo>
                  <a:lnTo>
                    <a:pt x="4922520" y="51815"/>
                  </a:lnTo>
                  <a:lnTo>
                    <a:pt x="4948428" y="51815"/>
                  </a:lnTo>
                  <a:lnTo>
                    <a:pt x="4948428" y="25907"/>
                  </a:lnTo>
                  <a:close/>
                </a:path>
                <a:path w="7351395" h="78105">
                  <a:moveTo>
                    <a:pt x="5000244" y="25907"/>
                  </a:moveTo>
                  <a:lnTo>
                    <a:pt x="4974335" y="25907"/>
                  </a:lnTo>
                  <a:lnTo>
                    <a:pt x="4974335" y="51815"/>
                  </a:lnTo>
                  <a:lnTo>
                    <a:pt x="5000244" y="51815"/>
                  </a:lnTo>
                  <a:lnTo>
                    <a:pt x="5000244" y="25907"/>
                  </a:lnTo>
                  <a:close/>
                </a:path>
                <a:path w="7351395" h="78105">
                  <a:moveTo>
                    <a:pt x="5052059" y="25907"/>
                  </a:moveTo>
                  <a:lnTo>
                    <a:pt x="5026152" y="25907"/>
                  </a:lnTo>
                  <a:lnTo>
                    <a:pt x="5026152" y="51815"/>
                  </a:lnTo>
                  <a:lnTo>
                    <a:pt x="5052059" y="51815"/>
                  </a:lnTo>
                  <a:lnTo>
                    <a:pt x="5052059" y="25907"/>
                  </a:lnTo>
                  <a:close/>
                </a:path>
                <a:path w="7351395" h="78105">
                  <a:moveTo>
                    <a:pt x="5103876" y="25907"/>
                  </a:moveTo>
                  <a:lnTo>
                    <a:pt x="5077968" y="25907"/>
                  </a:lnTo>
                  <a:lnTo>
                    <a:pt x="5077968" y="51815"/>
                  </a:lnTo>
                  <a:lnTo>
                    <a:pt x="5103876" y="51815"/>
                  </a:lnTo>
                  <a:lnTo>
                    <a:pt x="5103876" y="25907"/>
                  </a:lnTo>
                  <a:close/>
                </a:path>
                <a:path w="7351395" h="78105">
                  <a:moveTo>
                    <a:pt x="5155692" y="25907"/>
                  </a:moveTo>
                  <a:lnTo>
                    <a:pt x="5129783" y="25907"/>
                  </a:lnTo>
                  <a:lnTo>
                    <a:pt x="5129783" y="51815"/>
                  </a:lnTo>
                  <a:lnTo>
                    <a:pt x="5155692" y="51815"/>
                  </a:lnTo>
                  <a:lnTo>
                    <a:pt x="5155692" y="25907"/>
                  </a:lnTo>
                  <a:close/>
                </a:path>
                <a:path w="7351395" h="78105">
                  <a:moveTo>
                    <a:pt x="5207508" y="25907"/>
                  </a:moveTo>
                  <a:lnTo>
                    <a:pt x="5181600" y="25907"/>
                  </a:lnTo>
                  <a:lnTo>
                    <a:pt x="5181600" y="51815"/>
                  </a:lnTo>
                  <a:lnTo>
                    <a:pt x="5207508" y="51815"/>
                  </a:lnTo>
                  <a:lnTo>
                    <a:pt x="5207508" y="25907"/>
                  </a:lnTo>
                  <a:close/>
                </a:path>
                <a:path w="7351395" h="78105">
                  <a:moveTo>
                    <a:pt x="5259324" y="25907"/>
                  </a:moveTo>
                  <a:lnTo>
                    <a:pt x="5233416" y="25907"/>
                  </a:lnTo>
                  <a:lnTo>
                    <a:pt x="5233416" y="51815"/>
                  </a:lnTo>
                  <a:lnTo>
                    <a:pt x="5259324" y="51815"/>
                  </a:lnTo>
                  <a:lnTo>
                    <a:pt x="5259324" y="25907"/>
                  </a:lnTo>
                  <a:close/>
                </a:path>
                <a:path w="7351395" h="78105">
                  <a:moveTo>
                    <a:pt x="5311140" y="25907"/>
                  </a:moveTo>
                  <a:lnTo>
                    <a:pt x="5285232" y="25907"/>
                  </a:lnTo>
                  <a:lnTo>
                    <a:pt x="5285232" y="51815"/>
                  </a:lnTo>
                  <a:lnTo>
                    <a:pt x="5311140" y="51815"/>
                  </a:lnTo>
                  <a:lnTo>
                    <a:pt x="5311140" y="25907"/>
                  </a:lnTo>
                  <a:close/>
                </a:path>
                <a:path w="7351395" h="78105">
                  <a:moveTo>
                    <a:pt x="5362956" y="25907"/>
                  </a:moveTo>
                  <a:lnTo>
                    <a:pt x="5337048" y="25907"/>
                  </a:lnTo>
                  <a:lnTo>
                    <a:pt x="5337048" y="51815"/>
                  </a:lnTo>
                  <a:lnTo>
                    <a:pt x="5362956" y="51815"/>
                  </a:lnTo>
                  <a:lnTo>
                    <a:pt x="5362956" y="25907"/>
                  </a:lnTo>
                  <a:close/>
                </a:path>
                <a:path w="7351395" h="78105">
                  <a:moveTo>
                    <a:pt x="5414772" y="25907"/>
                  </a:moveTo>
                  <a:lnTo>
                    <a:pt x="5388864" y="25907"/>
                  </a:lnTo>
                  <a:lnTo>
                    <a:pt x="5388864" y="51815"/>
                  </a:lnTo>
                  <a:lnTo>
                    <a:pt x="5414772" y="51815"/>
                  </a:lnTo>
                  <a:lnTo>
                    <a:pt x="5414772" y="25907"/>
                  </a:lnTo>
                  <a:close/>
                </a:path>
                <a:path w="7351395" h="78105">
                  <a:moveTo>
                    <a:pt x="5466588" y="25907"/>
                  </a:moveTo>
                  <a:lnTo>
                    <a:pt x="5440680" y="25907"/>
                  </a:lnTo>
                  <a:lnTo>
                    <a:pt x="5440680" y="51815"/>
                  </a:lnTo>
                  <a:lnTo>
                    <a:pt x="5466588" y="51815"/>
                  </a:lnTo>
                  <a:lnTo>
                    <a:pt x="5466588" y="25907"/>
                  </a:lnTo>
                  <a:close/>
                </a:path>
                <a:path w="7351395" h="78105">
                  <a:moveTo>
                    <a:pt x="5518404" y="25907"/>
                  </a:moveTo>
                  <a:lnTo>
                    <a:pt x="5492496" y="25907"/>
                  </a:lnTo>
                  <a:lnTo>
                    <a:pt x="5492496" y="51815"/>
                  </a:lnTo>
                  <a:lnTo>
                    <a:pt x="5518404" y="51815"/>
                  </a:lnTo>
                  <a:lnTo>
                    <a:pt x="5518404" y="25907"/>
                  </a:lnTo>
                  <a:close/>
                </a:path>
                <a:path w="7351395" h="78105">
                  <a:moveTo>
                    <a:pt x="5570220" y="25907"/>
                  </a:moveTo>
                  <a:lnTo>
                    <a:pt x="5544312" y="25907"/>
                  </a:lnTo>
                  <a:lnTo>
                    <a:pt x="5544312" y="51815"/>
                  </a:lnTo>
                  <a:lnTo>
                    <a:pt x="5570220" y="51815"/>
                  </a:lnTo>
                  <a:lnTo>
                    <a:pt x="5570220" y="25907"/>
                  </a:lnTo>
                  <a:close/>
                </a:path>
                <a:path w="7351395" h="78105">
                  <a:moveTo>
                    <a:pt x="5622036" y="25907"/>
                  </a:moveTo>
                  <a:lnTo>
                    <a:pt x="5596128" y="25907"/>
                  </a:lnTo>
                  <a:lnTo>
                    <a:pt x="5596128" y="51815"/>
                  </a:lnTo>
                  <a:lnTo>
                    <a:pt x="5622036" y="51815"/>
                  </a:lnTo>
                  <a:lnTo>
                    <a:pt x="5622036" y="25907"/>
                  </a:lnTo>
                  <a:close/>
                </a:path>
                <a:path w="7351395" h="78105">
                  <a:moveTo>
                    <a:pt x="5673852" y="25907"/>
                  </a:moveTo>
                  <a:lnTo>
                    <a:pt x="5647944" y="25907"/>
                  </a:lnTo>
                  <a:lnTo>
                    <a:pt x="5647944" y="51815"/>
                  </a:lnTo>
                  <a:lnTo>
                    <a:pt x="5673852" y="51815"/>
                  </a:lnTo>
                  <a:lnTo>
                    <a:pt x="5673852" y="25907"/>
                  </a:lnTo>
                  <a:close/>
                </a:path>
                <a:path w="7351395" h="78105">
                  <a:moveTo>
                    <a:pt x="5725668" y="25907"/>
                  </a:moveTo>
                  <a:lnTo>
                    <a:pt x="5699760" y="25907"/>
                  </a:lnTo>
                  <a:lnTo>
                    <a:pt x="5699760" y="51815"/>
                  </a:lnTo>
                  <a:lnTo>
                    <a:pt x="5725668" y="51815"/>
                  </a:lnTo>
                  <a:lnTo>
                    <a:pt x="5725668" y="25907"/>
                  </a:lnTo>
                  <a:close/>
                </a:path>
                <a:path w="7351395" h="78105">
                  <a:moveTo>
                    <a:pt x="5777484" y="25907"/>
                  </a:moveTo>
                  <a:lnTo>
                    <a:pt x="5751576" y="25907"/>
                  </a:lnTo>
                  <a:lnTo>
                    <a:pt x="5751576" y="51815"/>
                  </a:lnTo>
                  <a:lnTo>
                    <a:pt x="5777484" y="51815"/>
                  </a:lnTo>
                  <a:lnTo>
                    <a:pt x="5777484" y="25907"/>
                  </a:lnTo>
                  <a:close/>
                </a:path>
                <a:path w="7351395" h="78105">
                  <a:moveTo>
                    <a:pt x="5829300" y="25907"/>
                  </a:moveTo>
                  <a:lnTo>
                    <a:pt x="5803392" y="25907"/>
                  </a:lnTo>
                  <a:lnTo>
                    <a:pt x="5803392" y="51815"/>
                  </a:lnTo>
                  <a:lnTo>
                    <a:pt x="5829300" y="51815"/>
                  </a:lnTo>
                  <a:lnTo>
                    <a:pt x="5829300" y="25907"/>
                  </a:lnTo>
                  <a:close/>
                </a:path>
                <a:path w="7351395" h="78105">
                  <a:moveTo>
                    <a:pt x="5881116" y="25907"/>
                  </a:moveTo>
                  <a:lnTo>
                    <a:pt x="5855208" y="25907"/>
                  </a:lnTo>
                  <a:lnTo>
                    <a:pt x="5855208" y="51815"/>
                  </a:lnTo>
                  <a:lnTo>
                    <a:pt x="5881116" y="51815"/>
                  </a:lnTo>
                  <a:lnTo>
                    <a:pt x="5881116" y="25907"/>
                  </a:lnTo>
                  <a:close/>
                </a:path>
                <a:path w="7351395" h="78105">
                  <a:moveTo>
                    <a:pt x="5932932" y="25907"/>
                  </a:moveTo>
                  <a:lnTo>
                    <a:pt x="5907024" y="25907"/>
                  </a:lnTo>
                  <a:lnTo>
                    <a:pt x="5907024" y="51815"/>
                  </a:lnTo>
                  <a:lnTo>
                    <a:pt x="5932932" y="51815"/>
                  </a:lnTo>
                  <a:lnTo>
                    <a:pt x="5932932" y="25907"/>
                  </a:lnTo>
                  <a:close/>
                </a:path>
                <a:path w="7351395" h="78105">
                  <a:moveTo>
                    <a:pt x="5984748" y="25907"/>
                  </a:moveTo>
                  <a:lnTo>
                    <a:pt x="5958840" y="25907"/>
                  </a:lnTo>
                  <a:lnTo>
                    <a:pt x="5958840" y="51815"/>
                  </a:lnTo>
                  <a:lnTo>
                    <a:pt x="5984748" y="51815"/>
                  </a:lnTo>
                  <a:lnTo>
                    <a:pt x="5984748" y="25907"/>
                  </a:lnTo>
                  <a:close/>
                </a:path>
                <a:path w="7351395" h="78105">
                  <a:moveTo>
                    <a:pt x="6036564" y="25907"/>
                  </a:moveTo>
                  <a:lnTo>
                    <a:pt x="6010656" y="25907"/>
                  </a:lnTo>
                  <a:lnTo>
                    <a:pt x="6010656" y="51815"/>
                  </a:lnTo>
                  <a:lnTo>
                    <a:pt x="6036564" y="51815"/>
                  </a:lnTo>
                  <a:lnTo>
                    <a:pt x="6036564" y="25907"/>
                  </a:lnTo>
                  <a:close/>
                </a:path>
                <a:path w="7351395" h="78105">
                  <a:moveTo>
                    <a:pt x="6088380" y="25907"/>
                  </a:moveTo>
                  <a:lnTo>
                    <a:pt x="6062472" y="25907"/>
                  </a:lnTo>
                  <a:lnTo>
                    <a:pt x="6062472" y="51815"/>
                  </a:lnTo>
                  <a:lnTo>
                    <a:pt x="6088380" y="51815"/>
                  </a:lnTo>
                  <a:lnTo>
                    <a:pt x="6088380" y="25907"/>
                  </a:lnTo>
                  <a:close/>
                </a:path>
                <a:path w="7351395" h="78105">
                  <a:moveTo>
                    <a:pt x="6140196" y="25907"/>
                  </a:moveTo>
                  <a:lnTo>
                    <a:pt x="6114288" y="25907"/>
                  </a:lnTo>
                  <a:lnTo>
                    <a:pt x="6114288" y="51815"/>
                  </a:lnTo>
                  <a:lnTo>
                    <a:pt x="6140196" y="51815"/>
                  </a:lnTo>
                  <a:lnTo>
                    <a:pt x="6140196" y="25907"/>
                  </a:lnTo>
                  <a:close/>
                </a:path>
                <a:path w="7351395" h="78105">
                  <a:moveTo>
                    <a:pt x="6192012" y="25907"/>
                  </a:moveTo>
                  <a:lnTo>
                    <a:pt x="6166104" y="25907"/>
                  </a:lnTo>
                  <a:lnTo>
                    <a:pt x="6166104" y="51815"/>
                  </a:lnTo>
                  <a:lnTo>
                    <a:pt x="6192012" y="51815"/>
                  </a:lnTo>
                  <a:lnTo>
                    <a:pt x="6192012" y="25907"/>
                  </a:lnTo>
                  <a:close/>
                </a:path>
                <a:path w="7351395" h="78105">
                  <a:moveTo>
                    <a:pt x="6243828" y="25907"/>
                  </a:moveTo>
                  <a:lnTo>
                    <a:pt x="6217920" y="25907"/>
                  </a:lnTo>
                  <a:lnTo>
                    <a:pt x="6217920" y="51815"/>
                  </a:lnTo>
                  <a:lnTo>
                    <a:pt x="6243828" y="51815"/>
                  </a:lnTo>
                  <a:lnTo>
                    <a:pt x="6243828" y="25907"/>
                  </a:lnTo>
                  <a:close/>
                </a:path>
                <a:path w="7351395" h="78105">
                  <a:moveTo>
                    <a:pt x="6295644" y="25907"/>
                  </a:moveTo>
                  <a:lnTo>
                    <a:pt x="6269736" y="25907"/>
                  </a:lnTo>
                  <a:lnTo>
                    <a:pt x="6269736" y="51815"/>
                  </a:lnTo>
                  <a:lnTo>
                    <a:pt x="6295644" y="51815"/>
                  </a:lnTo>
                  <a:lnTo>
                    <a:pt x="6295644" y="25907"/>
                  </a:lnTo>
                  <a:close/>
                </a:path>
                <a:path w="7351395" h="78105">
                  <a:moveTo>
                    <a:pt x="6347460" y="25907"/>
                  </a:moveTo>
                  <a:lnTo>
                    <a:pt x="6321552" y="25907"/>
                  </a:lnTo>
                  <a:lnTo>
                    <a:pt x="6321552" y="51815"/>
                  </a:lnTo>
                  <a:lnTo>
                    <a:pt x="6347460" y="51815"/>
                  </a:lnTo>
                  <a:lnTo>
                    <a:pt x="6347460" y="25907"/>
                  </a:lnTo>
                  <a:close/>
                </a:path>
                <a:path w="7351395" h="78105">
                  <a:moveTo>
                    <a:pt x="6399276" y="25907"/>
                  </a:moveTo>
                  <a:lnTo>
                    <a:pt x="6373368" y="25907"/>
                  </a:lnTo>
                  <a:lnTo>
                    <a:pt x="6373368" y="51815"/>
                  </a:lnTo>
                  <a:lnTo>
                    <a:pt x="6399276" y="51815"/>
                  </a:lnTo>
                  <a:lnTo>
                    <a:pt x="6399276" y="25907"/>
                  </a:lnTo>
                  <a:close/>
                </a:path>
                <a:path w="7351395" h="78105">
                  <a:moveTo>
                    <a:pt x="6451092" y="25907"/>
                  </a:moveTo>
                  <a:lnTo>
                    <a:pt x="6425184" y="25907"/>
                  </a:lnTo>
                  <a:lnTo>
                    <a:pt x="6425184" y="51815"/>
                  </a:lnTo>
                  <a:lnTo>
                    <a:pt x="6451092" y="51815"/>
                  </a:lnTo>
                  <a:lnTo>
                    <a:pt x="6451092" y="25907"/>
                  </a:lnTo>
                  <a:close/>
                </a:path>
                <a:path w="7351395" h="78105">
                  <a:moveTo>
                    <a:pt x="6502908" y="25907"/>
                  </a:moveTo>
                  <a:lnTo>
                    <a:pt x="6477000" y="25907"/>
                  </a:lnTo>
                  <a:lnTo>
                    <a:pt x="6477000" y="51815"/>
                  </a:lnTo>
                  <a:lnTo>
                    <a:pt x="6502908" y="51815"/>
                  </a:lnTo>
                  <a:lnTo>
                    <a:pt x="6502908" y="25907"/>
                  </a:lnTo>
                  <a:close/>
                </a:path>
                <a:path w="7351395" h="78105">
                  <a:moveTo>
                    <a:pt x="6554724" y="25907"/>
                  </a:moveTo>
                  <a:lnTo>
                    <a:pt x="6528816" y="25907"/>
                  </a:lnTo>
                  <a:lnTo>
                    <a:pt x="6528816" y="51815"/>
                  </a:lnTo>
                  <a:lnTo>
                    <a:pt x="6554724" y="51815"/>
                  </a:lnTo>
                  <a:lnTo>
                    <a:pt x="6554724" y="25907"/>
                  </a:lnTo>
                  <a:close/>
                </a:path>
                <a:path w="7351395" h="78105">
                  <a:moveTo>
                    <a:pt x="6606540" y="25907"/>
                  </a:moveTo>
                  <a:lnTo>
                    <a:pt x="6580632" y="25907"/>
                  </a:lnTo>
                  <a:lnTo>
                    <a:pt x="6580632" y="51815"/>
                  </a:lnTo>
                  <a:lnTo>
                    <a:pt x="6606540" y="51815"/>
                  </a:lnTo>
                  <a:lnTo>
                    <a:pt x="6606540" y="25907"/>
                  </a:lnTo>
                  <a:close/>
                </a:path>
                <a:path w="7351395" h="78105">
                  <a:moveTo>
                    <a:pt x="6658356" y="25907"/>
                  </a:moveTo>
                  <a:lnTo>
                    <a:pt x="6632448" y="25907"/>
                  </a:lnTo>
                  <a:lnTo>
                    <a:pt x="6632448" y="51815"/>
                  </a:lnTo>
                  <a:lnTo>
                    <a:pt x="6658356" y="51815"/>
                  </a:lnTo>
                  <a:lnTo>
                    <a:pt x="6658356" y="25907"/>
                  </a:lnTo>
                  <a:close/>
                </a:path>
                <a:path w="7351395" h="78105">
                  <a:moveTo>
                    <a:pt x="6710172" y="25907"/>
                  </a:moveTo>
                  <a:lnTo>
                    <a:pt x="6684264" y="25907"/>
                  </a:lnTo>
                  <a:lnTo>
                    <a:pt x="6684264" y="51815"/>
                  </a:lnTo>
                  <a:lnTo>
                    <a:pt x="6710172" y="51815"/>
                  </a:lnTo>
                  <a:lnTo>
                    <a:pt x="6710172" y="25907"/>
                  </a:lnTo>
                  <a:close/>
                </a:path>
                <a:path w="7351395" h="78105">
                  <a:moveTo>
                    <a:pt x="6761988" y="25907"/>
                  </a:moveTo>
                  <a:lnTo>
                    <a:pt x="6736080" y="25907"/>
                  </a:lnTo>
                  <a:lnTo>
                    <a:pt x="6736080" y="51815"/>
                  </a:lnTo>
                  <a:lnTo>
                    <a:pt x="6761988" y="51815"/>
                  </a:lnTo>
                  <a:lnTo>
                    <a:pt x="6761988" y="25907"/>
                  </a:lnTo>
                  <a:close/>
                </a:path>
                <a:path w="7351395" h="78105">
                  <a:moveTo>
                    <a:pt x="6813804" y="25907"/>
                  </a:moveTo>
                  <a:lnTo>
                    <a:pt x="6787896" y="25907"/>
                  </a:lnTo>
                  <a:lnTo>
                    <a:pt x="6787896" y="51815"/>
                  </a:lnTo>
                  <a:lnTo>
                    <a:pt x="6813804" y="51815"/>
                  </a:lnTo>
                  <a:lnTo>
                    <a:pt x="6813804" y="25907"/>
                  </a:lnTo>
                  <a:close/>
                </a:path>
                <a:path w="7351395" h="78105">
                  <a:moveTo>
                    <a:pt x="6865620" y="25907"/>
                  </a:moveTo>
                  <a:lnTo>
                    <a:pt x="6839712" y="25907"/>
                  </a:lnTo>
                  <a:lnTo>
                    <a:pt x="6839712" y="51815"/>
                  </a:lnTo>
                  <a:lnTo>
                    <a:pt x="6865620" y="51815"/>
                  </a:lnTo>
                  <a:lnTo>
                    <a:pt x="6865620" y="25907"/>
                  </a:lnTo>
                  <a:close/>
                </a:path>
                <a:path w="7351395" h="78105">
                  <a:moveTo>
                    <a:pt x="6917436" y="25907"/>
                  </a:moveTo>
                  <a:lnTo>
                    <a:pt x="6891528" y="25907"/>
                  </a:lnTo>
                  <a:lnTo>
                    <a:pt x="6891528" y="51815"/>
                  </a:lnTo>
                  <a:lnTo>
                    <a:pt x="6917436" y="51815"/>
                  </a:lnTo>
                  <a:lnTo>
                    <a:pt x="6917436" y="25907"/>
                  </a:lnTo>
                  <a:close/>
                </a:path>
                <a:path w="7351395" h="78105">
                  <a:moveTo>
                    <a:pt x="6969252" y="25907"/>
                  </a:moveTo>
                  <a:lnTo>
                    <a:pt x="6943344" y="25907"/>
                  </a:lnTo>
                  <a:lnTo>
                    <a:pt x="6943344" y="51815"/>
                  </a:lnTo>
                  <a:lnTo>
                    <a:pt x="6969252" y="51815"/>
                  </a:lnTo>
                  <a:lnTo>
                    <a:pt x="6969252" y="25907"/>
                  </a:lnTo>
                  <a:close/>
                </a:path>
                <a:path w="7351395" h="78105">
                  <a:moveTo>
                    <a:pt x="7021068" y="25907"/>
                  </a:moveTo>
                  <a:lnTo>
                    <a:pt x="6995160" y="25907"/>
                  </a:lnTo>
                  <a:lnTo>
                    <a:pt x="6995160" y="51815"/>
                  </a:lnTo>
                  <a:lnTo>
                    <a:pt x="7021068" y="51815"/>
                  </a:lnTo>
                  <a:lnTo>
                    <a:pt x="7021068" y="25907"/>
                  </a:lnTo>
                  <a:close/>
                </a:path>
                <a:path w="7351395" h="78105">
                  <a:moveTo>
                    <a:pt x="7072884" y="25907"/>
                  </a:moveTo>
                  <a:lnTo>
                    <a:pt x="7046976" y="25907"/>
                  </a:lnTo>
                  <a:lnTo>
                    <a:pt x="7046976" y="51815"/>
                  </a:lnTo>
                  <a:lnTo>
                    <a:pt x="7072884" y="51815"/>
                  </a:lnTo>
                  <a:lnTo>
                    <a:pt x="7072884" y="25907"/>
                  </a:lnTo>
                  <a:close/>
                </a:path>
                <a:path w="7351395" h="78105">
                  <a:moveTo>
                    <a:pt x="7124700" y="25907"/>
                  </a:moveTo>
                  <a:lnTo>
                    <a:pt x="7098792" y="25907"/>
                  </a:lnTo>
                  <a:lnTo>
                    <a:pt x="7098792" y="51815"/>
                  </a:lnTo>
                  <a:lnTo>
                    <a:pt x="7124700" y="51815"/>
                  </a:lnTo>
                  <a:lnTo>
                    <a:pt x="7124700" y="25907"/>
                  </a:lnTo>
                  <a:close/>
                </a:path>
                <a:path w="7351395" h="78105">
                  <a:moveTo>
                    <a:pt x="7176516" y="25907"/>
                  </a:moveTo>
                  <a:lnTo>
                    <a:pt x="7150608" y="25907"/>
                  </a:lnTo>
                  <a:lnTo>
                    <a:pt x="7150608" y="51815"/>
                  </a:lnTo>
                  <a:lnTo>
                    <a:pt x="7176516" y="51815"/>
                  </a:lnTo>
                  <a:lnTo>
                    <a:pt x="7176516" y="25907"/>
                  </a:lnTo>
                  <a:close/>
                </a:path>
                <a:path w="7351395" h="78105">
                  <a:moveTo>
                    <a:pt x="7228332" y="25907"/>
                  </a:moveTo>
                  <a:lnTo>
                    <a:pt x="7202424" y="25907"/>
                  </a:lnTo>
                  <a:lnTo>
                    <a:pt x="7202424" y="51815"/>
                  </a:lnTo>
                  <a:lnTo>
                    <a:pt x="7228332" y="51815"/>
                  </a:lnTo>
                  <a:lnTo>
                    <a:pt x="7228332" y="25907"/>
                  </a:lnTo>
                  <a:close/>
                </a:path>
                <a:path w="7351395" h="78105">
                  <a:moveTo>
                    <a:pt x="7312152" y="0"/>
                  </a:moveTo>
                  <a:lnTo>
                    <a:pt x="7297025" y="3053"/>
                  </a:lnTo>
                  <a:lnTo>
                    <a:pt x="7284672" y="11382"/>
                  </a:lnTo>
                  <a:lnTo>
                    <a:pt x="7276343" y="23735"/>
                  </a:lnTo>
                  <a:lnTo>
                    <a:pt x="7273290" y="38862"/>
                  </a:lnTo>
                  <a:lnTo>
                    <a:pt x="7276343" y="53988"/>
                  </a:lnTo>
                  <a:lnTo>
                    <a:pt x="7284672" y="66341"/>
                  </a:lnTo>
                  <a:lnTo>
                    <a:pt x="7297025" y="74670"/>
                  </a:lnTo>
                  <a:lnTo>
                    <a:pt x="7312152" y="77724"/>
                  </a:lnTo>
                  <a:lnTo>
                    <a:pt x="7327278" y="74670"/>
                  </a:lnTo>
                  <a:lnTo>
                    <a:pt x="7339631" y="66341"/>
                  </a:lnTo>
                  <a:lnTo>
                    <a:pt x="7347960" y="53988"/>
                  </a:lnTo>
                  <a:lnTo>
                    <a:pt x="7348398" y="51815"/>
                  </a:lnTo>
                  <a:lnTo>
                    <a:pt x="7280148" y="51815"/>
                  </a:lnTo>
                  <a:lnTo>
                    <a:pt x="7280148" y="25907"/>
                  </a:lnTo>
                  <a:lnTo>
                    <a:pt x="7348398" y="25907"/>
                  </a:lnTo>
                  <a:lnTo>
                    <a:pt x="7347960" y="23735"/>
                  </a:lnTo>
                  <a:lnTo>
                    <a:pt x="7339631" y="11382"/>
                  </a:lnTo>
                  <a:lnTo>
                    <a:pt x="7327278" y="3053"/>
                  </a:lnTo>
                  <a:lnTo>
                    <a:pt x="7312152" y="0"/>
                  </a:lnTo>
                  <a:close/>
                </a:path>
                <a:path w="7351395" h="78105">
                  <a:moveTo>
                    <a:pt x="7275905" y="25907"/>
                  </a:moveTo>
                  <a:lnTo>
                    <a:pt x="7254240" y="25907"/>
                  </a:lnTo>
                  <a:lnTo>
                    <a:pt x="7254240" y="51815"/>
                  </a:lnTo>
                  <a:lnTo>
                    <a:pt x="7275905" y="51815"/>
                  </a:lnTo>
                  <a:lnTo>
                    <a:pt x="7273290" y="38862"/>
                  </a:lnTo>
                  <a:lnTo>
                    <a:pt x="7275905" y="25907"/>
                  </a:lnTo>
                  <a:close/>
                </a:path>
                <a:path w="7351395" h="78105">
                  <a:moveTo>
                    <a:pt x="7306056" y="25907"/>
                  </a:moveTo>
                  <a:lnTo>
                    <a:pt x="7280148" y="25907"/>
                  </a:lnTo>
                  <a:lnTo>
                    <a:pt x="7280148" y="51815"/>
                  </a:lnTo>
                  <a:lnTo>
                    <a:pt x="7306056" y="51815"/>
                  </a:lnTo>
                  <a:lnTo>
                    <a:pt x="7306056" y="25907"/>
                  </a:lnTo>
                  <a:close/>
                </a:path>
                <a:path w="7351395" h="78105">
                  <a:moveTo>
                    <a:pt x="7312152" y="25907"/>
                  </a:moveTo>
                  <a:lnTo>
                    <a:pt x="7306056" y="25907"/>
                  </a:lnTo>
                  <a:lnTo>
                    <a:pt x="7306056" y="51815"/>
                  </a:lnTo>
                  <a:lnTo>
                    <a:pt x="7312152" y="51815"/>
                  </a:lnTo>
                  <a:lnTo>
                    <a:pt x="7312152" y="25907"/>
                  </a:lnTo>
                  <a:close/>
                </a:path>
                <a:path w="7351395" h="78105">
                  <a:moveTo>
                    <a:pt x="7348398" y="25907"/>
                  </a:moveTo>
                  <a:lnTo>
                    <a:pt x="7312152" y="25907"/>
                  </a:lnTo>
                  <a:lnTo>
                    <a:pt x="7312152" y="51815"/>
                  </a:lnTo>
                  <a:lnTo>
                    <a:pt x="7348398" y="51815"/>
                  </a:lnTo>
                  <a:lnTo>
                    <a:pt x="7351014" y="38862"/>
                  </a:lnTo>
                  <a:lnTo>
                    <a:pt x="7348398" y="25907"/>
                  </a:lnTo>
                  <a:close/>
                </a:path>
              </a:pathLst>
            </a:custGeom>
            <a:solidFill>
              <a:srgbClr val="44536A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0" name="object 10" descr=""/>
          <p:cNvGrpSpPr/>
          <p:nvPr/>
        </p:nvGrpSpPr>
        <p:grpSpPr>
          <a:xfrm>
            <a:off x="541019" y="2487167"/>
            <a:ext cx="7893050" cy="670560"/>
            <a:chOff x="541019" y="2487167"/>
            <a:chExt cx="7893050" cy="670560"/>
          </a:xfrm>
        </p:grpSpPr>
        <p:sp>
          <p:nvSpPr>
            <p:cNvPr id="11" name="object 11" descr=""/>
            <p:cNvSpPr/>
            <p:nvPr/>
          </p:nvSpPr>
          <p:spPr>
            <a:xfrm>
              <a:off x="553211" y="2503931"/>
              <a:ext cx="754380" cy="654050"/>
            </a:xfrm>
            <a:custGeom>
              <a:avLst/>
              <a:gdLst/>
              <a:ahLst/>
              <a:cxnLst/>
              <a:rect l="l" t="t" r="r" b="b"/>
              <a:pathLst>
                <a:path w="754380" h="654050">
                  <a:moveTo>
                    <a:pt x="565327" y="0"/>
                  </a:moveTo>
                  <a:lnTo>
                    <a:pt x="189052" y="0"/>
                  </a:lnTo>
                  <a:lnTo>
                    <a:pt x="0" y="326897"/>
                  </a:lnTo>
                  <a:lnTo>
                    <a:pt x="189052" y="653795"/>
                  </a:lnTo>
                  <a:lnTo>
                    <a:pt x="565327" y="653795"/>
                  </a:lnTo>
                  <a:lnTo>
                    <a:pt x="754379" y="326897"/>
                  </a:lnTo>
                  <a:lnTo>
                    <a:pt x="565327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5591" y="2491739"/>
              <a:ext cx="755904" cy="653796"/>
            </a:xfrm>
            <a:prstGeom prst="rect">
              <a:avLst/>
            </a:prstGeom>
          </p:spPr>
        </p:pic>
        <p:sp>
          <p:nvSpPr>
            <p:cNvPr id="13" name="object 13" descr=""/>
            <p:cNvSpPr/>
            <p:nvPr/>
          </p:nvSpPr>
          <p:spPr>
            <a:xfrm>
              <a:off x="545591" y="2491739"/>
              <a:ext cx="756285" cy="654050"/>
            </a:xfrm>
            <a:custGeom>
              <a:avLst/>
              <a:gdLst/>
              <a:ahLst/>
              <a:cxnLst/>
              <a:rect l="l" t="t" r="r" b="b"/>
              <a:pathLst>
                <a:path w="756285" h="654050">
                  <a:moveTo>
                    <a:pt x="0" y="326898"/>
                  </a:moveTo>
                  <a:lnTo>
                    <a:pt x="189052" y="0"/>
                  </a:lnTo>
                  <a:lnTo>
                    <a:pt x="566851" y="0"/>
                  </a:lnTo>
                  <a:lnTo>
                    <a:pt x="755904" y="326898"/>
                  </a:lnTo>
                  <a:lnTo>
                    <a:pt x="566851" y="653796"/>
                  </a:lnTo>
                  <a:lnTo>
                    <a:pt x="189052" y="653796"/>
                  </a:lnTo>
                  <a:lnTo>
                    <a:pt x="0" y="326898"/>
                  </a:lnTo>
                  <a:close/>
                </a:path>
              </a:pathLst>
            </a:custGeom>
            <a:ln w="9144">
              <a:solidFill>
                <a:srgbClr val="C0C0C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9787" y="2532887"/>
              <a:ext cx="664464" cy="574548"/>
            </a:xfrm>
            <a:prstGeom prst="rect">
              <a:avLst/>
            </a:prstGeom>
          </p:spPr>
        </p:pic>
        <p:sp>
          <p:nvSpPr>
            <p:cNvPr id="15" name="object 15" descr=""/>
            <p:cNvSpPr/>
            <p:nvPr/>
          </p:nvSpPr>
          <p:spPr>
            <a:xfrm>
              <a:off x="589787" y="2532887"/>
              <a:ext cx="664845" cy="574675"/>
            </a:xfrm>
            <a:custGeom>
              <a:avLst/>
              <a:gdLst/>
              <a:ahLst/>
              <a:cxnLst/>
              <a:rect l="l" t="t" r="r" b="b"/>
              <a:pathLst>
                <a:path w="664844" h="574675">
                  <a:moveTo>
                    <a:pt x="0" y="287274"/>
                  </a:moveTo>
                  <a:lnTo>
                    <a:pt x="166027" y="0"/>
                  </a:lnTo>
                  <a:lnTo>
                    <a:pt x="498436" y="0"/>
                  </a:lnTo>
                  <a:lnTo>
                    <a:pt x="664464" y="287274"/>
                  </a:lnTo>
                  <a:lnTo>
                    <a:pt x="498436" y="574548"/>
                  </a:lnTo>
                  <a:lnTo>
                    <a:pt x="166027" y="574548"/>
                  </a:lnTo>
                  <a:lnTo>
                    <a:pt x="0" y="287274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55953" y="3063239"/>
              <a:ext cx="7277862" cy="77724"/>
            </a:xfrm>
            <a:prstGeom prst="rect">
              <a:avLst/>
            </a:prstGeom>
          </p:spPr>
        </p:pic>
      </p:grpSp>
      <p:sp>
        <p:nvSpPr>
          <p:cNvPr id="17" name="object 17" descr=""/>
          <p:cNvSpPr txBox="1"/>
          <p:nvPr/>
        </p:nvSpPr>
        <p:spPr>
          <a:xfrm>
            <a:off x="1423542" y="1876805"/>
            <a:ext cx="256095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What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is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software</a:t>
            </a:r>
            <a:r>
              <a:rPr dirty="0" sz="1800" spc="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quality?</a:t>
            </a:r>
            <a:endParaRPr sz="1800">
              <a:latin typeface="Arial"/>
              <a:cs typeface="Arial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822452" y="1824609"/>
            <a:ext cx="1949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 b="1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2400">
              <a:latin typeface="Arial"/>
              <a:cs typeface="Arial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1423542" y="2669285"/>
            <a:ext cx="29324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The</a:t>
            </a:r>
            <a:r>
              <a:rPr dirty="0" sz="1800" spc="-4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cause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of</a:t>
            </a:r>
            <a:r>
              <a:rPr dirty="0" sz="1800" spc="-3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software</a:t>
            </a:r>
            <a:r>
              <a:rPr dirty="0" sz="1800" spc="10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errors</a:t>
            </a:r>
            <a:endParaRPr sz="1800">
              <a:latin typeface="Arial"/>
              <a:cs typeface="Arial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822452" y="2616834"/>
            <a:ext cx="1949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 b="1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21" name="object 21" descr=""/>
          <p:cNvGrpSpPr/>
          <p:nvPr/>
        </p:nvGrpSpPr>
        <p:grpSpPr>
          <a:xfrm>
            <a:off x="534923" y="3279647"/>
            <a:ext cx="7899400" cy="670560"/>
            <a:chOff x="534923" y="3279647"/>
            <a:chExt cx="7899400" cy="670560"/>
          </a:xfrm>
        </p:grpSpPr>
        <p:sp>
          <p:nvSpPr>
            <p:cNvPr id="22" name="object 22" descr=""/>
            <p:cNvSpPr/>
            <p:nvPr/>
          </p:nvSpPr>
          <p:spPr>
            <a:xfrm>
              <a:off x="545591" y="3296411"/>
              <a:ext cx="756285" cy="654050"/>
            </a:xfrm>
            <a:custGeom>
              <a:avLst/>
              <a:gdLst/>
              <a:ahLst/>
              <a:cxnLst/>
              <a:rect l="l" t="t" r="r" b="b"/>
              <a:pathLst>
                <a:path w="756285" h="654050">
                  <a:moveTo>
                    <a:pt x="566851" y="0"/>
                  </a:moveTo>
                  <a:lnTo>
                    <a:pt x="189052" y="0"/>
                  </a:lnTo>
                  <a:lnTo>
                    <a:pt x="0" y="326898"/>
                  </a:lnTo>
                  <a:lnTo>
                    <a:pt x="189052" y="653795"/>
                  </a:lnTo>
                  <a:lnTo>
                    <a:pt x="566851" y="653795"/>
                  </a:lnTo>
                  <a:lnTo>
                    <a:pt x="755904" y="326898"/>
                  </a:lnTo>
                  <a:lnTo>
                    <a:pt x="566851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39495" y="3284219"/>
              <a:ext cx="755904" cy="653795"/>
            </a:xfrm>
            <a:prstGeom prst="rect">
              <a:avLst/>
            </a:prstGeom>
          </p:spPr>
        </p:pic>
        <p:sp>
          <p:nvSpPr>
            <p:cNvPr id="24" name="object 24" descr=""/>
            <p:cNvSpPr/>
            <p:nvPr/>
          </p:nvSpPr>
          <p:spPr>
            <a:xfrm>
              <a:off x="539495" y="3284219"/>
              <a:ext cx="756285" cy="654050"/>
            </a:xfrm>
            <a:custGeom>
              <a:avLst/>
              <a:gdLst/>
              <a:ahLst/>
              <a:cxnLst/>
              <a:rect l="l" t="t" r="r" b="b"/>
              <a:pathLst>
                <a:path w="756285" h="654050">
                  <a:moveTo>
                    <a:pt x="0" y="326897"/>
                  </a:moveTo>
                  <a:lnTo>
                    <a:pt x="189052" y="0"/>
                  </a:lnTo>
                  <a:lnTo>
                    <a:pt x="566851" y="0"/>
                  </a:lnTo>
                  <a:lnTo>
                    <a:pt x="755904" y="326897"/>
                  </a:lnTo>
                  <a:lnTo>
                    <a:pt x="566851" y="653795"/>
                  </a:lnTo>
                  <a:lnTo>
                    <a:pt x="189052" y="653795"/>
                  </a:lnTo>
                  <a:lnTo>
                    <a:pt x="0" y="326897"/>
                  </a:lnTo>
                  <a:close/>
                </a:path>
              </a:pathLst>
            </a:custGeom>
            <a:ln w="9144">
              <a:solidFill>
                <a:srgbClr val="C0C0C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3691" y="3323843"/>
              <a:ext cx="664464" cy="574547"/>
            </a:xfrm>
            <a:prstGeom prst="rect">
              <a:avLst/>
            </a:prstGeom>
          </p:spPr>
        </p:pic>
        <p:sp>
          <p:nvSpPr>
            <p:cNvPr id="26" name="object 26" descr=""/>
            <p:cNvSpPr/>
            <p:nvPr/>
          </p:nvSpPr>
          <p:spPr>
            <a:xfrm>
              <a:off x="583691" y="3323843"/>
              <a:ext cx="664845" cy="574675"/>
            </a:xfrm>
            <a:custGeom>
              <a:avLst/>
              <a:gdLst/>
              <a:ahLst/>
              <a:cxnLst/>
              <a:rect l="l" t="t" r="r" b="b"/>
              <a:pathLst>
                <a:path w="664844" h="574675">
                  <a:moveTo>
                    <a:pt x="0" y="287273"/>
                  </a:moveTo>
                  <a:lnTo>
                    <a:pt x="166027" y="0"/>
                  </a:lnTo>
                  <a:lnTo>
                    <a:pt x="498436" y="0"/>
                  </a:lnTo>
                  <a:lnTo>
                    <a:pt x="664464" y="287273"/>
                  </a:lnTo>
                  <a:lnTo>
                    <a:pt x="498436" y="574547"/>
                  </a:lnTo>
                  <a:lnTo>
                    <a:pt x="166027" y="574547"/>
                  </a:lnTo>
                  <a:lnTo>
                    <a:pt x="0" y="287273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1149857" y="3855719"/>
              <a:ext cx="7284084" cy="78105"/>
            </a:xfrm>
            <a:custGeom>
              <a:avLst/>
              <a:gdLst/>
              <a:ahLst/>
              <a:cxnLst/>
              <a:rect l="l" t="t" r="r" b="b"/>
              <a:pathLst>
                <a:path w="7284084" h="78104">
                  <a:moveTo>
                    <a:pt x="25907" y="25907"/>
                  </a:moveTo>
                  <a:lnTo>
                    <a:pt x="0" y="25907"/>
                  </a:lnTo>
                  <a:lnTo>
                    <a:pt x="0" y="51815"/>
                  </a:lnTo>
                  <a:lnTo>
                    <a:pt x="25907" y="51815"/>
                  </a:lnTo>
                  <a:lnTo>
                    <a:pt x="25907" y="25907"/>
                  </a:lnTo>
                  <a:close/>
                </a:path>
                <a:path w="7284084" h="78104">
                  <a:moveTo>
                    <a:pt x="77723" y="25907"/>
                  </a:moveTo>
                  <a:lnTo>
                    <a:pt x="51815" y="25907"/>
                  </a:lnTo>
                  <a:lnTo>
                    <a:pt x="51815" y="51815"/>
                  </a:lnTo>
                  <a:lnTo>
                    <a:pt x="77723" y="51815"/>
                  </a:lnTo>
                  <a:lnTo>
                    <a:pt x="77723" y="25907"/>
                  </a:lnTo>
                  <a:close/>
                </a:path>
                <a:path w="7284084" h="78104">
                  <a:moveTo>
                    <a:pt x="129539" y="25907"/>
                  </a:moveTo>
                  <a:lnTo>
                    <a:pt x="103631" y="25907"/>
                  </a:lnTo>
                  <a:lnTo>
                    <a:pt x="103631" y="51815"/>
                  </a:lnTo>
                  <a:lnTo>
                    <a:pt x="129539" y="51815"/>
                  </a:lnTo>
                  <a:lnTo>
                    <a:pt x="129539" y="25907"/>
                  </a:lnTo>
                  <a:close/>
                </a:path>
                <a:path w="7284084" h="78104">
                  <a:moveTo>
                    <a:pt x="181355" y="25907"/>
                  </a:moveTo>
                  <a:lnTo>
                    <a:pt x="155447" y="25907"/>
                  </a:lnTo>
                  <a:lnTo>
                    <a:pt x="155447" y="51815"/>
                  </a:lnTo>
                  <a:lnTo>
                    <a:pt x="181355" y="51815"/>
                  </a:lnTo>
                  <a:lnTo>
                    <a:pt x="181355" y="25907"/>
                  </a:lnTo>
                  <a:close/>
                </a:path>
                <a:path w="7284084" h="78104">
                  <a:moveTo>
                    <a:pt x="233172" y="25907"/>
                  </a:moveTo>
                  <a:lnTo>
                    <a:pt x="207263" y="25907"/>
                  </a:lnTo>
                  <a:lnTo>
                    <a:pt x="207263" y="51815"/>
                  </a:lnTo>
                  <a:lnTo>
                    <a:pt x="233172" y="51815"/>
                  </a:lnTo>
                  <a:lnTo>
                    <a:pt x="233172" y="25907"/>
                  </a:lnTo>
                  <a:close/>
                </a:path>
                <a:path w="7284084" h="78104">
                  <a:moveTo>
                    <a:pt x="284988" y="25907"/>
                  </a:moveTo>
                  <a:lnTo>
                    <a:pt x="259079" y="25907"/>
                  </a:lnTo>
                  <a:lnTo>
                    <a:pt x="259079" y="51815"/>
                  </a:lnTo>
                  <a:lnTo>
                    <a:pt x="284988" y="51815"/>
                  </a:lnTo>
                  <a:lnTo>
                    <a:pt x="284988" y="25907"/>
                  </a:lnTo>
                  <a:close/>
                </a:path>
                <a:path w="7284084" h="78104">
                  <a:moveTo>
                    <a:pt x="336803" y="25907"/>
                  </a:moveTo>
                  <a:lnTo>
                    <a:pt x="310895" y="25907"/>
                  </a:lnTo>
                  <a:lnTo>
                    <a:pt x="310895" y="51815"/>
                  </a:lnTo>
                  <a:lnTo>
                    <a:pt x="336803" y="51815"/>
                  </a:lnTo>
                  <a:lnTo>
                    <a:pt x="336803" y="25907"/>
                  </a:lnTo>
                  <a:close/>
                </a:path>
                <a:path w="7284084" h="78104">
                  <a:moveTo>
                    <a:pt x="388619" y="25907"/>
                  </a:moveTo>
                  <a:lnTo>
                    <a:pt x="362711" y="25907"/>
                  </a:lnTo>
                  <a:lnTo>
                    <a:pt x="362711" y="51815"/>
                  </a:lnTo>
                  <a:lnTo>
                    <a:pt x="388619" y="51815"/>
                  </a:lnTo>
                  <a:lnTo>
                    <a:pt x="388619" y="25907"/>
                  </a:lnTo>
                  <a:close/>
                </a:path>
                <a:path w="7284084" h="78104">
                  <a:moveTo>
                    <a:pt x="440435" y="25907"/>
                  </a:moveTo>
                  <a:lnTo>
                    <a:pt x="414528" y="25907"/>
                  </a:lnTo>
                  <a:lnTo>
                    <a:pt x="414528" y="51815"/>
                  </a:lnTo>
                  <a:lnTo>
                    <a:pt x="440435" y="51815"/>
                  </a:lnTo>
                  <a:lnTo>
                    <a:pt x="440435" y="25907"/>
                  </a:lnTo>
                  <a:close/>
                </a:path>
                <a:path w="7284084" h="78104">
                  <a:moveTo>
                    <a:pt x="492252" y="25907"/>
                  </a:moveTo>
                  <a:lnTo>
                    <a:pt x="466344" y="25907"/>
                  </a:lnTo>
                  <a:lnTo>
                    <a:pt x="466344" y="51815"/>
                  </a:lnTo>
                  <a:lnTo>
                    <a:pt x="492252" y="51815"/>
                  </a:lnTo>
                  <a:lnTo>
                    <a:pt x="492252" y="25907"/>
                  </a:lnTo>
                  <a:close/>
                </a:path>
                <a:path w="7284084" h="78104">
                  <a:moveTo>
                    <a:pt x="544067" y="25907"/>
                  </a:moveTo>
                  <a:lnTo>
                    <a:pt x="518159" y="25907"/>
                  </a:lnTo>
                  <a:lnTo>
                    <a:pt x="518159" y="51815"/>
                  </a:lnTo>
                  <a:lnTo>
                    <a:pt x="544067" y="51815"/>
                  </a:lnTo>
                  <a:lnTo>
                    <a:pt x="544067" y="25907"/>
                  </a:lnTo>
                  <a:close/>
                </a:path>
                <a:path w="7284084" h="78104">
                  <a:moveTo>
                    <a:pt x="595884" y="25907"/>
                  </a:moveTo>
                  <a:lnTo>
                    <a:pt x="569975" y="25907"/>
                  </a:lnTo>
                  <a:lnTo>
                    <a:pt x="569975" y="51815"/>
                  </a:lnTo>
                  <a:lnTo>
                    <a:pt x="595884" y="51815"/>
                  </a:lnTo>
                  <a:lnTo>
                    <a:pt x="595884" y="25907"/>
                  </a:lnTo>
                  <a:close/>
                </a:path>
                <a:path w="7284084" h="78104">
                  <a:moveTo>
                    <a:pt x="647699" y="25907"/>
                  </a:moveTo>
                  <a:lnTo>
                    <a:pt x="621791" y="25907"/>
                  </a:lnTo>
                  <a:lnTo>
                    <a:pt x="621791" y="51815"/>
                  </a:lnTo>
                  <a:lnTo>
                    <a:pt x="647699" y="51815"/>
                  </a:lnTo>
                  <a:lnTo>
                    <a:pt x="647699" y="25907"/>
                  </a:lnTo>
                  <a:close/>
                </a:path>
                <a:path w="7284084" h="78104">
                  <a:moveTo>
                    <a:pt x="699516" y="25907"/>
                  </a:moveTo>
                  <a:lnTo>
                    <a:pt x="673608" y="25907"/>
                  </a:lnTo>
                  <a:lnTo>
                    <a:pt x="673608" y="51815"/>
                  </a:lnTo>
                  <a:lnTo>
                    <a:pt x="699516" y="51815"/>
                  </a:lnTo>
                  <a:lnTo>
                    <a:pt x="699516" y="25907"/>
                  </a:lnTo>
                  <a:close/>
                </a:path>
                <a:path w="7284084" h="78104">
                  <a:moveTo>
                    <a:pt x="751331" y="25907"/>
                  </a:moveTo>
                  <a:lnTo>
                    <a:pt x="725423" y="25907"/>
                  </a:lnTo>
                  <a:lnTo>
                    <a:pt x="725423" y="51815"/>
                  </a:lnTo>
                  <a:lnTo>
                    <a:pt x="751331" y="51815"/>
                  </a:lnTo>
                  <a:lnTo>
                    <a:pt x="751331" y="25907"/>
                  </a:lnTo>
                  <a:close/>
                </a:path>
                <a:path w="7284084" h="78104">
                  <a:moveTo>
                    <a:pt x="803147" y="25907"/>
                  </a:moveTo>
                  <a:lnTo>
                    <a:pt x="777240" y="25907"/>
                  </a:lnTo>
                  <a:lnTo>
                    <a:pt x="777240" y="51815"/>
                  </a:lnTo>
                  <a:lnTo>
                    <a:pt x="803147" y="51815"/>
                  </a:lnTo>
                  <a:lnTo>
                    <a:pt x="803147" y="25907"/>
                  </a:lnTo>
                  <a:close/>
                </a:path>
                <a:path w="7284084" h="78104">
                  <a:moveTo>
                    <a:pt x="854964" y="25907"/>
                  </a:moveTo>
                  <a:lnTo>
                    <a:pt x="829055" y="25907"/>
                  </a:lnTo>
                  <a:lnTo>
                    <a:pt x="829055" y="51815"/>
                  </a:lnTo>
                  <a:lnTo>
                    <a:pt x="854964" y="51815"/>
                  </a:lnTo>
                  <a:lnTo>
                    <a:pt x="854964" y="25907"/>
                  </a:lnTo>
                  <a:close/>
                </a:path>
                <a:path w="7284084" h="78104">
                  <a:moveTo>
                    <a:pt x="906779" y="25907"/>
                  </a:moveTo>
                  <a:lnTo>
                    <a:pt x="880872" y="25907"/>
                  </a:lnTo>
                  <a:lnTo>
                    <a:pt x="880872" y="51815"/>
                  </a:lnTo>
                  <a:lnTo>
                    <a:pt x="906779" y="51815"/>
                  </a:lnTo>
                  <a:lnTo>
                    <a:pt x="906779" y="25907"/>
                  </a:lnTo>
                  <a:close/>
                </a:path>
                <a:path w="7284084" h="78104">
                  <a:moveTo>
                    <a:pt x="958596" y="25907"/>
                  </a:moveTo>
                  <a:lnTo>
                    <a:pt x="932687" y="25907"/>
                  </a:lnTo>
                  <a:lnTo>
                    <a:pt x="932687" y="51815"/>
                  </a:lnTo>
                  <a:lnTo>
                    <a:pt x="958596" y="51815"/>
                  </a:lnTo>
                  <a:lnTo>
                    <a:pt x="958596" y="25907"/>
                  </a:lnTo>
                  <a:close/>
                </a:path>
                <a:path w="7284084" h="78104">
                  <a:moveTo>
                    <a:pt x="1010411" y="25907"/>
                  </a:moveTo>
                  <a:lnTo>
                    <a:pt x="984504" y="25907"/>
                  </a:lnTo>
                  <a:lnTo>
                    <a:pt x="984504" y="51815"/>
                  </a:lnTo>
                  <a:lnTo>
                    <a:pt x="1010411" y="51815"/>
                  </a:lnTo>
                  <a:lnTo>
                    <a:pt x="1010411" y="25907"/>
                  </a:lnTo>
                  <a:close/>
                </a:path>
                <a:path w="7284084" h="78104">
                  <a:moveTo>
                    <a:pt x="1062228" y="25907"/>
                  </a:moveTo>
                  <a:lnTo>
                    <a:pt x="1036319" y="25907"/>
                  </a:lnTo>
                  <a:lnTo>
                    <a:pt x="1036319" y="51815"/>
                  </a:lnTo>
                  <a:lnTo>
                    <a:pt x="1062228" y="51815"/>
                  </a:lnTo>
                  <a:lnTo>
                    <a:pt x="1062228" y="25907"/>
                  </a:lnTo>
                  <a:close/>
                </a:path>
                <a:path w="7284084" h="78104">
                  <a:moveTo>
                    <a:pt x="1114043" y="25907"/>
                  </a:moveTo>
                  <a:lnTo>
                    <a:pt x="1088136" y="25907"/>
                  </a:lnTo>
                  <a:lnTo>
                    <a:pt x="1088136" y="51815"/>
                  </a:lnTo>
                  <a:lnTo>
                    <a:pt x="1114043" y="51815"/>
                  </a:lnTo>
                  <a:lnTo>
                    <a:pt x="1114043" y="25907"/>
                  </a:lnTo>
                  <a:close/>
                </a:path>
                <a:path w="7284084" h="78104">
                  <a:moveTo>
                    <a:pt x="1165860" y="25907"/>
                  </a:moveTo>
                  <a:lnTo>
                    <a:pt x="1139952" y="25907"/>
                  </a:lnTo>
                  <a:lnTo>
                    <a:pt x="1139952" y="51815"/>
                  </a:lnTo>
                  <a:lnTo>
                    <a:pt x="1165860" y="51815"/>
                  </a:lnTo>
                  <a:lnTo>
                    <a:pt x="1165860" y="25907"/>
                  </a:lnTo>
                  <a:close/>
                </a:path>
                <a:path w="7284084" h="78104">
                  <a:moveTo>
                    <a:pt x="1217675" y="25907"/>
                  </a:moveTo>
                  <a:lnTo>
                    <a:pt x="1191767" y="25907"/>
                  </a:lnTo>
                  <a:lnTo>
                    <a:pt x="1191767" y="51815"/>
                  </a:lnTo>
                  <a:lnTo>
                    <a:pt x="1217675" y="51815"/>
                  </a:lnTo>
                  <a:lnTo>
                    <a:pt x="1217675" y="25907"/>
                  </a:lnTo>
                  <a:close/>
                </a:path>
                <a:path w="7284084" h="78104">
                  <a:moveTo>
                    <a:pt x="1269492" y="25907"/>
                  </a:moveTo>
                  <a:lnTo>
                    <a:pt x="1243584" y="25907"/>
                  </a:lnTo>
                  <a:lnTo>
                    <a:pt x="1243584" y="51815"/>
                  </a:lnTo>
                  <a:lnTo>
                    <a:pt x="1269492" y="51815"/>
                  </a:lnTo>
                  <a:lnTo>
                    <a:pt x="1269492" y="25907"/>
                  </a:lnTo>
                  <a:close/>
                </a:path>
                <a:path w="7284084" h="78104">
                  <a:moveTo>
                    <a:pt x="1321308" y="25907"/>
                  </a:moveTo>
                  <a:lnTo>
                    <a:pt x="1295399" y="25907"/>
                  </a:lnTo>
                  <a:lnTo>
                    <a:pt x="1295399" y="51815"/>
                  </a:lnTo>
                  <a:lnTo>
                    <a:pt x="1321308" y="51815"/>
                  </a:lnTo>
                  <a:lnTo>
                    <a:pt x="1321308" y="25907"/>
                  </a:lnTo>
                  <a:close/>
                </a:path>
                <a:path w="7284084" h="78104">
                  <a:moveTo>
                    <a:pt x="1373123" y="25907"/>
                  </a:moveTo>
                  <a:lnTo>
                    <a:pt x="1347216" y="25907"/>
                  </a:lnTo>
                  <a:lnTo>
                    <a:pt x="1347216" y="51815"/>
                  </a:lnTo>
                  <a:lnTo>
                    <a:pt x="1373123" y="51815"/>
                  </a:lnTo>
                  <a:lnTo>
                    <a:pt x="1373123" y="25907"/>
                  </a:lnTo>
                  <a:close/>
                </a:path>
                <a:path w="7284084" h="78104">
                  <a:moveTo>
                    <a:pt x="1424940" y="25907"/>
                  </a:moveTo>
                  <a:lnTo>
                    <a:pt x="1399031" y="25907"/>
                  </a:lnTo>
                  <a:lnTo>
                    <a:pt x="1399031" y="51815"/>
                  </a:lnTo>
                  <a:lnTo>
                    <a:pt x="1424940" y="51815"/>
                  </a:lnTo>
                  <a:lnTo>
                    <a:pt x="1424940" y="25907"/>
                  </a:lnTo>
                  <a:close/>
                </a:path>
                <a:path w="7284084" h="78104">
                  <a:moveTo>
                    <a:pt x="1476755" y="25907"/>
                  </a:moveTo>
                  <a:lnTo>
                    <a:pt x="1450848" y="25907"/>
                  </a:lnTo>
                  <a:lnTo>
                    <a:pt x="1450848" y="51815"/>
                  </a:lnTo>
                  <a:lnTo>
                    <a:pt x="1476755" y="51815"/>
                  </a:lnTo>
                  <a:lnTo>
                    <a:pt x="1476755" y="25907"/>
                  </a:lnTo>
                  <a:close/>
                </a:path>
                <a:path w="7284084" h="78104">
                  <a:moveTo>
                    <a:pt x="1528572" y="25907"/>
                  </a:moveTo>
                  <a:lnTo>
                    <a:pt x="1502664" y="25907"/>
                  </a:lnTo>
                  <a:lnTo>
                    <a:pt x="1502664" y="51815"/>
                  </a:lnTo>
                  <a:lnTo>
                    <a:pt x="1528572" y="51815"/>
                  </a:lnTo>
                  <a:lnTo>
                    <a:pt x="1528572" y="25907"/>
                  </a:lnTo>
                  <a:close/>
                </a:path>
                <a:path w="7284084" h="78104">
                  <a:moveTo>
                    <a:pt x="1580387" y="25907"/>
                  </a:moveTo>
                  <a:lnTo>
                    <a:pt x="1554480" y="25907"/>
                  </a:lnTo>
                  <a:lnTo>
                    <a:pt x="1554480" y="51815"/>
                  </a:lnTo>
                  <a:lnTo>
                    <a:pt x="1580387" y="51815"/>
                  </a:lnTo>
                  <a:lnTo>
                    <a:pt x="1580387" y="25907"/>
                  </a:lnTo>
                  <a:close/>
                </a:path>
                <a:path w="7284084" h="78104">
                  <a:moveTo>
                    <a:pt x="1632203" y="25907"/>
                  </a:moveTo>
                  <a:lnTo>
                    <a:pt x="1606296" y="25907"/>
                  </a:lnTo>
                  <a:lnTo>
                    <a:pt x="1606296" y="51815"/>
                  </a:lnTo>
                  <a:lnTo>
                    <a:pt x="1632203" y="51815"/>
                  </a:lnTo>
                  <a:lnTo>
                    <a:pt x="1632203" y="25907"/>
                  </a:lnTo>
                  <a:close/>
                </a:path>
                <a:path w="7284084" h="78104">
                  <a:moveTo>
                    <a:pt x="1684019" y="25907"/>
                  </a:moveTo>
                  <a:lnTo>
                    <a:pt x="1658112" y="25907"/>
                  </a:lnTo>
                  <a:lnTo>
                    <a:pt x="1658112" y="51815"/>
                  </a:lnTo>
                  <a:lnTo>
                    <a:pt x="1684019" y="51815"/>
                  </a:lnTo>
                  <a:lnTo>
                    <a:pt x="1684019" y="25907"/>
                  </a:lnTo>
                  <a:close/>
                </a:path>
                <a:path w="7284084" h="78104">
                  <a:moveTo>
                    <a:pt x="1735836" y="25907"/>
                  </a:moveTo>
                  <a:lnTo>
                    <a:pt x="1709927" y="25907"/>
                  </a:lnTo>
                  <a:lnTo>
                    <a:pt x="1709927" y="51815"/>
                  </a:lnTo>
                  <a:lnTo>
                    <a:pt x="1735836" y="51815"/>
                  </a:lnTo>
                  <a:lnTo>
                    <a:pt x="1735836" y="25907"/>
                  </a:lnTo>
                  <a:close/>
                </a:path>
                <a:path w="7284084" h="78104">
                  <a:moveTo>
                    <a:pt x="1787652" y="25907"/>
                  </a:moveTo>
                  <a:lnTo>
                    <a:pt x="1761743" y="25907"/>
                  </a:lnTo>
                  <a:lnTo>
                    <a:pt x="1761743" y="51815"/>
                  </a:lnTo>
                  <a:lnTo>
                    <a:pt x="1787652" y="51815"/>
                  </a:lnTo>
                  <a:lnTo>
                    <a:pt x="1787652" y="25907"/>
                  </a:lnTo>
                  <a:close/>
                </a:path>
                <a:path w="7284084" h="78104">
                  <a:moveTo>
                    <a:pt x="1839467" y="25907"/>
                  </a:moveTo>
                  <a:lnTo>
                    <a:pt x="1813560" y="25907"/>
                  </a:lnTo>
                  <a:lnTo>
                    <a:pt x="1813560" y="51815"/>
                  </a:lnTo>
                  <a:lnTo>
                    <a:pt x="1839467" y="51815"/>
                  </a:lnTo>
                  <a:lnTo>
                    <a:pt x="1839467" y="25907"/>
                  </a:lnTo>
                  <a:close/>
                </a:path>
                <a:path w="7284084" h="78104">
                  <a:moveTo>
                    <a:pt x="1891284" y="25907"/>
                  </a:moveTo>
                  <a:lnTo>
                    <a:pt x="1865376" y="25907"/>
                  </a:lnTo>
                  <a:lnTo>
                    <a:pt x="1865376" y="51815"/>
                  </a:lnTo>
                  <a:lnTo>
                    <a:pt x="1891284" y="51815"/>
                  </a:lnTo>
                  <a:lnTo>
                    <a:pt x="1891284" y="25907"/>
                  </a:lnTo>
                  <a:close/>
                </a:path>
                <a:path w="7284084" h="78104">
                  <a:moveTo>
                    <a:pt x="1943100" y="25907"/>
                  </a:moveTo>
                  <a:lnTo>
                    <a:pt x="1917191" y="25907"/>
                  </a:lnTo>
                  <a:lnTo>
                    <a:pt x="1917191" y="51815"/>
                  </a:lnTo>
                  <a:lnTo>
                    <a:pt x="1943100" y="51815"/>
                  </a:lnTo>
                  <a:lnTo>
                    <a:pt x="1943100" y="25907"/>
                  </a:lnTo>
                  <a:close/>
                </a:path>
                <a:path w="7284084" h="78104">
                  <a:moveTo>
                    <a:pt x="1994915" y="25907"/>
                  </a:moveTo>
                  <a:lnTo>
                    <a:pt x="1969008" y="25907"/>
                  </a:lnTo>
                  <a:lnTo>
                    <a:pt x="1969008" y="51815"/>
                  </a:lnTo>
                  <a:lnTo>
                    <a:pt x="1994915" y="51815"/>
                  </a:lnTo>
                  <a:lnTo>
                    <a:pt x="1994915" y="25907"/>
                  </a:lnTo>
                  <a:close/>
                </a:path>
                <a:path w="7284084" h="78104">
                  <a:moveTo>
                    <a:pt x="2046731" y="25907"/>
                  </a:moveTo>
                  <a:lnTo>
                    <a:pt x="2020824" y="25907"/>
                  </a:lnTo>
                  <a:lnTo>
                    <a:pt x="2020824" y="51815"/>
                  </a:lnTo>
                  <a:lnTo>
                    <a:pt x="2046731" y="51815"/>
                  </a:lnTo>
                  <a:lnTo>
                    <a:pt x="2046731" y="25907"/>
                  </a:lnTo>
                  <a:close/>
                </a:path>
                <a:path w="7284084" h="78104">
                  <a:moveTo>
                    <a:pt x="2098548" y="25907"/>
                  </a:moveTo>
                  <a:lnTo>
                    <a:pt x="2072639" y="25907"/>
                  </a:lnTo>
                  <a:lnTo>
                    <a:pt x="2072639" y="51815"/>
                  </a:lnTo>
                  <a:lnTo>
                    <a:pt x="2098548" y="51815"/>
                  </a:lnTo>
                  <a:lnTo>
                    <a:pt x="2098548" y="25907"/>
                  </a:lnTo>
                  <a:close/>
                </a:path>
                <a:path w="7284084" h="78104">
                  <a:moveTo>
                    <a:pt x="2150364" y="25907"/>
                  </a:moveTo>
                  <a:lnTo>
                    <a:pt x="2124455" y="25907"/>
                  </a:lnTo>
                  <a:lnTo>
                    <a:pt x="2124455" y="51815"/>
                  </a:lnTo>
                  <a:lnTo>
                    <a:pt x="2150364" y="51815"/>
                  </a:lnTo>
                  <a:lnTo>
                    <a:pt x="2150364" y="25907"/>
                  </a:lnTo>
                  <a:close/>
                </a:path>
                <a:path w="7284084" h="78104">
                  <a:moveTo>
                    <a:pt x="2202179" y="25907"/>
                  </a:moveTo>
                  <a:lnTo>
                    <a:pt x="2176271" y="25907"/>
                  </a:lnTo>
                  <a:lnTo>
                    <a:pt x="2176271" y="51815"/>
                  </a:lnTo>
                  <a:lnTo>
                    <a:pt x="2202179" y="51815"/>
                  </a:lnTo>
                  <a:lnTo>
                    <a:pt x="2202179" y="25907"/>
                  </a:lnTo>
                  <a:close/>
                </a:path>
                <a:path w="7284084" h="78104">
                  <a:moveTo>
                    <a:pt x="2253995" y="25907"/>
                  </a:moveTo>
                  <a:lnTo>
                    <a:pt x="2228088" y="25907"/>
                  </a:lnTo>
                  <a:lnTo>
                    <a:pt x="2228088" y="51815"/>
                  </a:lnTo>
                  <a:lnTo>
                    <a:pt x="2253995" y="51815"/>
                  </a:lnTo>
                  <a:lnTo>
                    <a:pt x="2253995" y="25907"/>
                  </a:lnTo>
                  <a:close/>
                </a:path>
                <a:path w="7284084" h="78104">
                  <a:moveTo>
                    <a:pt x="2305812" y="25907"/>
                  </a:moveTo>
                  <a:lnTo>
                    <a:pt x="2279904" y="25907"/>
                  </a:lnTo>
                  <a:lnTo>
                    <a:pt x="2279904" y="51815"/>
                  </a:lnTo>
                  <a:lnTo>
                    <a:pt x="2305812" y="51815"/>
                  </a:lnTo>
                  <a:lnTo>
                    <a:pt x="2305812" y="25907"/>
                  </a:lnTo>
                  <a:close/>
                </a:path>
                <a:path w="7284084" h="78104">
                  <a:moveTo>
                    <a:pt x="2357628" y="25907"/>
                  </a:moveTo>
                  <a:lnTo>
                    <a:pt x="2331719" y="25907"/>
                  </a:lnTo>
                  <a:lnTo>
                    <a:pt x="2331719" y="51815"/>
                  </a:lnTo>
                  <a:lnTo>
                    <a:pt x="2357628" y="51815"/>
                  </a:lnTo>
                  <a:lnTo>
                    <a:pt x="2357628" y="25907"/>
                  </a:lnTo>
                  <a:close/>
                </a:path>
                <a:path w="7284084" h="78104">
                  <a:moveTo>
                    <a:pt x="2409443" y="25907"/>
                  </a:moveTo>
                  <a:lnTo>
                    <a:pt x="2383536" y="25907"/>
                  </a:lnTo>
                  <a:lnTo>
                    <a:pt x="2383536" y="51815"/>
                  </a:lnTo>
                  <a:lnTo>
                    <a:pt x="2409443" y="51815"/>
                  </a:lnTo>
                  <a:lnTo>
                    <a:pt x="2409443" y="25907"/>
                  </a:lnTo>
                  <a:close/>
                </a:path>
                <a:path w="7284084" h="78104">
                  <a:moveTo>
                    <a:pt x="2461259" y="25907"/>
                  </a:moveTo>
                  <a:lnTo>
                    <a:pt x="2435352" y="25907"/>
                  </a:lnTo>
                  <a:lnTo>
                    <a:pt x="2435352" y="51815"/>
                  </a:lnTo>
                  <a:lnTo>
                    <a:pt x="2461259" y="51815"/>
                  </a:lnTo>
                  <a:lnTo>
                    <a:pt x="2461259" y="25907"/>
                  </a:lnTo>
                  <a:close/>
                </a:path>
                <a:path w="7284084" h="78104">
                  <a:moveTo>
                    <a:pt x="2513076" y="25907"/>
                  </a:moveTo>
                  <a:lnTo>
                    <a:pt x="2487167" y="25907"/>
                  </a:lnTo>
                  <a:lnTo>
                    <a:pt x="2487167" y="51815"/>
                  </a:lnTo>
                  <a:lnTo>
                    <a:pt x="2513076" y="51815"/>
                  </a:lnTo>
                  <a:lnTo>
                    <a:pt x="2513076" y="25907"/>
                  </a:lnTo>
                  <a:close/>
                </a:path>
                <a:path w="7284084" h="78104">
                  <a:moveTo>
                    <a:pt x="2564891" y="25907"/>
                  </a:moveTo>
                  <a:lnTo>
                    <a:pt x="2538983" y="25907"/>
                  </a:lnTo>
                  <a:lnTo>
                    <a:pt x="2538983" y="51815"/>
                  </a:lnTo>
                  <a:lnTo>
                    <a:pt x="2564891" y="51815"/>
                  </a:lnTo>
                  <a:lnTo>
                    <a:pt x="2564891" y="25907"/>
                  </a:lnTo>
                  <a:close/>
                </a:path>
                <a:path w="7284084" h="78104">
                  <a:moveTo>
                    <a:pt x="2616707" y="25907"/>
                  </a:moveTo>
                  <a:lnTo>
                    <a:pt x="2590800" y="25907"/>
                  </a:lnTo>
                  <a:lnTo>
                    <a:pt x="2590800" y="51815"/>
                  </a:lnTo>
                  <a:lnTo>
                    <a:pt x="2616707" y="51815"/>
                  </a:lnTo>
                  <a:lnTo>
                    <a:pt x="2616707" y="25907"/>
                  </a:lnTo>
                  <a:close/>
                </a:path>
                <a:path w="7284084" h="78104">
                  <a:moveTo>
                    <a:pt x="2668524" y="25907"/>
                  </a:moveTo>
                  <a:lnTo>
                    <a:pt x="2642616" y="25907"/>
                  </a:lnTo>
                  <a:lnTo>
                    <a:pt x="2642616" y="51815"/>
                  </a:lnTo>
                  <a:lnTo>
                    <a:pt x="2668524" y="51815"/>
                  </a:lnTo>
                  <a:lnTo>
                    <a:pt x="2668524" y="25907"/>
                  </a:lnTo>
                  <a:close/>
                </a:path>
                <a:path w="7284084" h="78104">
                  <a:moveTo>
                    <a:pt x="2720340" y="25907"/>
                  </a:moveTo>
                  <a:lnTo>
                    <a:pt x="2694431" y="25907"/>
                  </a:lnTo>
                  <a:lnTo>
                    <a:pt x="2694431" y="51815"/>
                  </a:lnTo>
                  <a:lnTo>
                    <a:pt x="2720340" y="51815"/>
                  </a:lnTo>
                  <a:lnTo>
                    <a:pt x="2720340" y="25907"/>
                  </a:lnTo>
                  <a:close/>
                </a:path>
                <a:path w="7284084" h="78104">
                  <a:moveTo>
                    <a:pt x="2772155" y="25907"/>
                  </a:moveTo>
                  <a:lnTo>
                    <a:pt x="2746247" y="25907"/>
                  </a:lnTo>
                  <a:lnTo>
                    <a:pt x="2746247" y="51815"/>
                  </a:lnTo>
                  <a:lnTo>
                    <a:pt x="2772155" y="51815"/>
                  </a:lnTo>
                  <a:lnTo>
                    <a:pt x="2772155" y="25907"/>
                  </a:lnTo>
                  <a:close/>
                </a:path>
                <a:path w="7284084" h="78104">
                  <a:moveTo>
                    <a:pt x="2823971" y="25907"/>
                  </a:moveTo>
                  <a:lnTo>
                    <a:pt x="2798064" y="25907"/>
                  </a:lnTo>
                  <a:lnTo>
                    <a:pt x="2798064" y="51815"/>
                  </a:lnTo>
                  <a:lnTo>
                    <a:pt x="2823971" y="51815"/>
                  </a:lnTo>
                  <a:lnTo>
                    <a:pt x="2823971" y="25907"/>
                  </a:lnTo>
                  <a:close/>
                </a:path>
                <a:path w="7284084" h="78104">
                  <a:moveTo>
                    <a:pt x="2875788" y="25907"/>
                  </a:moveTo>
                  <a:lnTo>
                    <a:pt x="2849879" y="25907"/>
                  </a:lnTo>
                  <a:lnTo>
                    <a:pt x="2849879" y="51815"/>
                  </a:lnTo>
                  <a:lnTo>
                    <a:pt x="2875788" y="51815"/>
                  </a:lnTo>
                  <a:lnTo>
                    <a:pt x="2875788" y="25907"/>
                  </a:lnTo>
                  <a:close/>
                </a:path>
                <a:path w="7284084" h="78104">
                  <a:moveTo>
                    <a:pt x="2927604" y="25907"/>
                  </a:moveTo>
                  <a:lnTo>
                    <a:pt x="2901695" y="25907"/>
                  </a:lnTo>
                  <a:lnTo>
                    <a:pt x="2901695" y="51815"/>
                  </a:lnTo>
                  <a:lnTo>
                    <a:pt x="2927604" y="51815"/>
                  </a:lnTo>
                  <a:lnTo>
                    <a:pt x="2927604" y="25907"/>
                  </a:lnTo>
                  <a:close/>
                </a:path>
                <a:path w="7284084" h="78104">
                  <a:moveTo>
                    <a:pt x="2979419" y="25907"/>
                  </a:moveTo>
                  <a:lnTo>
                    <a:pt x="2953512" y="25907"/>
                  </a:lnTo>
                  <a:lnTo>
                    <a:pt x="2953512" y="51815"/>
                  </a:lnTo>
                  <a:lnTo>
                    <a:pt x="2979419" y="51815"/>
                  </a:lnTo>
                  <a:lnTo>
                    <a:pt x="2979419" y="25907"/>
                  </a:lnTo>
                  <a:close/>
                </a:path>
                <a:path w="7284084" h="78104">
                  <a:moveTo>
                    <a:pt x="3031236" y="25907"/>
                  </a:moveTo>
                  <a:lnTo>
                    <a:pt x="3005328" y="25907"/>
                  </a:lnTo>
                  <a:lnTo>
                    <a:pt x="3005328" y="51815"/>
                  </a:lnTo>
                  <a:lnTo>
                    <a:pt x="3031236" y="51815"/>
                  </a:lnTo>
                  <a:lnTo>
                    <a:pt x="3031236" y="25907"/>
                  </a:lnTo>
                  <a:close/>
                </a:path>
                <a:path w="7284084" h="78104">
                  <a:moveTo>
                    <a:pt x="3083052" y="25907"/>
                  </a:moveTo>
                  <a:lnTo>
                    <a:pt x="3057143" y="25907"/>
                  </a:lnTo>
                  <a:lnTo>
                    <a:pt x="3057143" y="51815"/>
                  </a:lnTo>
                  <a:lnTo>
                    <a:pt x="3083052" y="51815"/>
                  </a:lnTo>
                  <a:lnTo>
                    <a:pt x="3083052" y="25907"/>
                  </a:lnTo>
                  <a:close/>
                </a:path>
                <a:path w="7284084" h="78104">
                  <a:moveTo>
                    <a:pt x="3134867" y="25907"/>
                  </a:moveTo>
                  <a:lnTo>
                    <a:pt x="3108959" y="25907"/>
                  </a:lnTo>
                  <a:lnTo>
                    <a:pt x="3108959" y="51815"/>
                  </a:lnTo>
                  <a:lnTo>
                    <a:pt x="3134867" y="51815"/>
                  </a:lnTo>
                  <a:lnTo>
                    <a:pt x="3134867" y="25907"/>
                  </a:lnTo>
                  <a:close/>
                </a:path>
                <a:path w="7284084" h="78104">
                  <a:moveTo>
                    <a:pt x="3186683" y="25907"/>
                  </a:moveTo>
                  <a:lnTo>
                    <a:pt x="3160776" y="25907"/>
                  </a:lnTo>
                  <a:lnTo>
                    <a:pt x="3160776" y="51815"/>
                  </a:lnTo>
                  <a:lnTo>
                    <a:pt x="3186683" y="51815"/>
                  </a:lnTo>
                  <a:lnTo>
                    <a:pt x="3186683" y="25907"/>
                  </a:lnTo>
                  <a:close/>
                </a:path>
                <a:path w="7284084" h="78104">
                  <a:moveTo>
                    <a:pt x="3238500" y="25907"/>
                  </a:moveTo>
                  <a:lnTo>
                    <a:pt x="3212591" y="25907"/>
                  </a:lnTo>
                  <a:lnTo>
                    <a:pt x="3212591" y="51815"/>
                  </a:lnTo>
                  <a:lnTo>
                    <a:pt x="3238500" y="51815"/>
                  </a:lnTo>
                  <a:lnTo>
                    <a:pt x="3238500" y="25907"/>
                  </a:lnTo>
                  <a:close/>
                </a:path>
                <a:path w="7284084" h="78104">
                  <a:moveTo>
                    <a:pt x="3290316" y="25907"/>
                  </a:moveTo>
                  <a:lnTo>
                    <a:pt x="3264407" y="25907"/>
                  </a:lnTo>
                  <a:lnTo>
                    <a:pt x="3264407" y="51815"/>
                  </a:lnTo>
                  <a:lnTo>
                    <a:pt x="3290316" y="51815"/>
                  </a:lnTo>
                  <a:lnTo>
                    <a:pt x="3290316" y="25907"/>
                  </a:lnTo>
                  <a:close/>
                </a:path>
                <a:path w="7284084" h="78104">
                  <a:moveTo>
                    <a:pt x="3342131" y="25907"/>
                  </a:moveTo>
                  <a:lnTo>
                    <a:pt x="3316224" y="25907"/>
                  </a:lnTo>
                  <a:lnTo>
                    <a:pt x="3316224" y="51815"/>
                  </a:lnTo>
                  <a:lnTo>
                    <a:pt x="3342131" y="51815"/>
                  </a:lnTo>
                  <a:lnTo>
                    <a:pt x="3342131" y="25907"/>
                  </a:lnTo>
                  <a:close/>
                </a:path>
                <a:path w="7284084" h="78104">
                  <a:moveTo>
                    <a:pt x="3393947" y="25907"/>
                  </a:moveTo>
                  <a:lnTo>
                    <a:pt x="3368040" y="25907"/>
                  </a:lnTo>
                  <a:lnTo>
                    <a:pt x="3368040" y="51815"/>
                  </a:lnTo>
                  <a:lnTo>
                    <a:pt x="3393947" y="51815"/>
                  </a:lnTo>
                  <a:lnTo>
                    <a:pt x="3393947" y="25907"/>
                  </a:lnTo>
                  <a:close/>
                </a:path>
                <a:path w="7284084" h="78104">
                  <a:moveTo>
                    <a:pt x="3445764" y="25907"/>
                  </a:moveTo>
                  <a:lnTo>
                    <a:pt x="3419855" y="25907"/>
                  </a:lnTo>
                  <a:lnTo>
                    <a:pt x="3419855" y="51815"/>
                  </a:lnTo>
                  <a:lnTo>
                    <a:pt x="3445764" y="51815"/>
                  </a:lnTo>
                  <a:lnTo>
                    <a:pt x="3445764" y="25907"/>
                  </a:lnTo>
                  <a:close/>
                </a:path>
                <a:path w="7284084" h="78104">
                  <a:moveTo>
                    <a:pt x="3497579" y="25907"/>
                  </a:moveTo>
                  <a:lnTo>
                    <a:pt x="3471671" y="25907"/>
                  </a:lnTo>
                  <a:lnTo>
                    <a:pt x="3471671" y="51815"/>
                  </a:lnTo>
                  <a:lnTo>
                    <a:pt x="3497579" y="51815"/>
                  </a:lnTo>
                  <a:lnTo>
                    <a:pt x="3497579" y="25907"/>
                  </a:lnTo>
                  <a:close/>
                </a:path>
                <a:path w="7284084" h="78104">
                  <a:moveTo>
                    <a:pt x="3549395" y="25907"/>
                  </a:moveTo>
                  <a:lnTo>
                    <a:pt x="3523488" y="25907"/>
                  </a:lnTo>
                  <a:lnTo>
                    <a:pt x="3523488" y="51815"/>
                  </a:lnTo>
                  <a:lnTo>
                    <a:pt x="3549395" y="51815"/>
                  </a:lnTo>
                  <a:lnTo>
                    <a:pt x="3549395" y="25907"/>
                  </a:lnTo>
                  <a:close/>
                </a:path>
                <a:path w="7284084" h="78104">
                  <a:moveTo>
                    <a:pt x="3601212" y="25907"/>
                  </a:moveTo>
                  <a:lnTo>
                    <a:pt x="3575304" y="25907"/>
                  </a:lnTo>
                  <a:lnTo>
                    <a:pt x="3575304" y="51815"/>
                  </a:lnTo>
                  <a:lnTo>
                    <a:pt x="3601212" y="51815"/>
                  </a:lnTo>
                  <a:lnTo>
                    <a:pt x="3601212" y="25907"/>
                  </a:lnTo>
                  <a:close/>
                </a:path>
                <a:path w="7284084" h="78104">
                  <a:moveTo>
                    <a:pt x="3653028" y="25907"/>
                  </a:moveTo>
                  <a:lnTo>
                    <a:pt x="3627119" y="25907"/>
                  </a:lnTo>
                  <a:lnTo>
                    <a:pt x="3627119" y="51815"/>
                  </a:lnTo>
                  <a:lnTo>
                    <a:pt x="3653028" y="51815"/>
                  </a:lnTo>
                  <a:lnTo>
                    <a:pt x="3653028" y="25907"/>
                  </a:lnTo>
                  <a:close/>
                </a:path>
                <a:path w="7284084" h="78104">
                  <a:moveTo>
                    <a:pt x="3704843" y="25907"/>
                  </a:moveTo>
                  <a:lnTo>
                    <a:pt x="3678936" y="25907"/>
                  </a:lnTo>
                  <a:lnTo>
                    <a:pt x="3678936" y="51815"/>
                  </a:lnTo>
                  <a:lnTo>
                    <a:pt x="3704843" y="51815"/>
                  </a:lnTo>
                  <a:lnTo>
                    <a:pt x="3704843" y="25907"/>
                  </a:lnTo>
                  <a:close/>
                </a:path>
                <a:path w="7284084" h="78104">
                  <a:moveTo>
                    <a:pt x="3756659" y="25907"/>
                  </a:moveTo>
                  <a:lnTo>
                    <a:pt x="3730752" y="25907"/>
                  </a:lnTo>
                  <a:lnTo>
                    <a:pt x="3730752" y="51815"/>
                  </a:lnTo>
                  <a:lnTo>
                    <a:pt x="3756659" y="51815"/>
                  </a:lnTo>
                  <a:lnTo>
                    <a:pt x="3756659" y="25907"/>
                  </a:lnTo>
                  <a:close/>
                </a:path>
                <a:path w="7284084" h="78104">
                  <a:moveTo>
                    <a:pt x="3808476" y="25907"/>
                  </a:moveTo>
                  <a:lnTo>
                    <a:pt x="3782567" y="25907"/>
                  </a:lnTo>
                  <a:lnTo>
                    <a:pt x="3782567" y="51815"/>
                  </a:lnTo>
                  <a:lnTo>
                    <a:pt x="3808476" y="51815"/>
                  </a:lnTo>
                  <a:lnTo>
                    <a:pt x="3808476" y="25907"/>
                  </a:lnTo>
                  <a:close/>
                </a:path>
                <a:path w="7284084" h="78104">
                  <a:moveTo>
                    <a:pt x="3860291" y="25907"/>
                  </a:moveTo>
                  <a:lnTo>
                    <a:pt x="3834383" y="25907"/>
                  </a:lnTo>
                  <a:lnTo>
                    <a:pt x="3834383" y="51815"/>
                  </a:lnTo>
                  <a:lnTo>
                    <a:pt x="3860291" y="51815"/>
                  </a:lnTo>
                  <a:lnTo>
                    <a:pt x="3860291" y="25907"/>
                  </a:lnTo>
                  <a:close/>
                </a:path>
                <a:path w="7284084" h="78104">
                  <a:moveTo>
                    <a:pt x="3912107" y="25907"/>
                  </a:moveTo>
                  <a:lnTo>
                    <a:pt x="3886200" y="25907"/>
                  </a:lnTo>
                  <a:lnTo>
                    <a:pt x="3886200" y="51815"/>
                  </a:lnTo>
                  <a:lnTo>
                    <a:pt x="3912107" y="51815"/>
                  </a:lnTo>
                  <a:lnTo>
                    <a:pt x="3912107" y="25907"/>
                  </a:lnTo>
                  <a:close/>
                </a:path>
                <a:path w="7284084" h="78104">
                  <a:moveTo>
                    <a:pt x="3963924" y="25907"/>
                  </a:moveTo>
                  <a:lnTo>
                    <a:pt x="3938016" y="25907"/>
                  </a:lnTo>
                  <a:lnTo>
                    <a:pt x="3938016" y="51815"/>
                  </a:lnTo>
                  <a:lnTo>
                    <a:pt x="3963924" y="51815"/>
                  </a:lnTo>
                  <a:lnTo>
                    <a:pt x="3963924" y="25907"/>
                  </a:lnTo>
                  <a:close/>
                </a:path>
                <a:path w="7284084" h="78104">
                  <a:moveTo>
                    <a:pt x="4015740" y="25907"/>
                  </a:moveTo>
                  <a:lnTo>
                    <a:pt x="3989831" y="25907"/>
                  </a:lnTo>
                  <a:lnTo>
                    <a:pt x="3989831" y="51815"/>
                  </a:lnTo>
                  <a:lnTo>
                    <a:pt x="4015740" y="51815"/>
                  </a:lnTo>
                  <a:lnTo>
                    <a:pt x="4015740" y="25907"/>
                  </a:lnTo>
                  <a:close/>
                </a:path>
                <a:path w="7284084" h="78104">
                  <a:moveTo>
                    <a:pt x="4067555" y="25907"/>
                  </a:moveTo>
                  <a:lnTo>
                    <a:pt x="4041647" y="25907"/>
                  </a:lnTo>
                  <a:lnTo>
                    <a:pt x="4041647" y="51815"/>
                  </a:lnTo>
                  <a:lnTo>
                    <a:pt x="4067555" y="51815"/>
                  </a:lnTo>
                  <a:lnTo>
                    <a:pt x="4067555" y="25907"/>
                  </a:lnTo>
                  <a:close/>
                </a:path>
                <a:path w="7284084" h="78104">
                  <a:moveTo>
                    <a:pt x="4119371" y="25907"/>
                  </a:moveTo>
                  <a:lnTo>
                    <a:pt x="4093464" y="25907"/>
                  </a:lnTo>
                  <a:lnTo>
                    <a:pt x="4093464" y="51815"/>
                  </a:lnTo>
                  <a:lnTo>
                    <a:pt x="4119371" y="51815"/>
                  </a:lnTo>
                  <a:lnTo>
                    <a:pt x="4119371" y="25907"/>
                  </a:lnTo>
                  <a:close/>
                </a:path>
                <a:path w="7284084" h="78104">
                  <a:moveTo>
                    <a:pt x="4171188" y="25907"/>
                  </a:moveTo>
                  <a:lnTo>
                    <a:pt x="4145279" y="25907"/>
                  </a:lnTo>
                  <a:lnTo>
                    <a:pt x="4145279" y="51815"/>
                  </a:lnTo>
                  <a:lnTo>
                    <a:pt x="4171188" y="51815"/>
                  </a:lnTo>
                  <a:lnTo>
                    <a:pt x="4171188" y="25907"/>
                  </a:lnTo>
                  <a:close/>
                </a:path>
                <a:path w="7284084" h="78104">
                  <a:moveTo>
                    <a:pt x="4223004" y="25907"/>
                  </a:moveTo>
                  <a:lnTo>
                    <a:pt x="4197095" y="25907"/>
                  </a:lnTo>
                  <a:lnTo>
                    <a:pt x="4197095" y="51815"/>
                  </a:lnTo>
                  <a:lnTo>
                    <a:pt x="4223004" y="51815"/>
                  </a:lnTo>
                  <a:lnTo>
                    <a:pt x="4223004" y="25907"/>
                  </a:lnTo>
                  <a:close/>
                </a:path>
                <a:path w="7284084" h="78104">
                  <a:moveTo>
                    <a:pt x="4274820" y="25907"/>
                  </a:moveTo>
                  <a:lnTo>
                    <a:pt x="4248912" y="25907"/>
                  </a:lnTo>
                  <a:lnTo>
                    <a:pt x="4248912" y="51815"/>
                  </a:lnTo>
                  <a:lnTo>
                    <a:pt x="4274820" y="51815"/>
                  </a:lnTo>
                  <a:lnTo>
                    <a:pt x="4274820" y="25907"/>
                  </a:lnTo>
                  <a:close/>
                </a:path>
                <a:path w="7284084" h="78104">
                  <a:moveTo>
                    <a:pt x="4326636" y="25907"/>
                  </a:moveTo>
                  <a:lnTo>
                    <a:pt x="4300728" y="25907"/>
                  </a:lnTo>
                  <a:lnTo>
                    <a:pt x="4300728" y="51815"/>
                  </a:lnTo>
                  <a:lnTo>
                    <a:pt x="4326636" y="51815"/>
                  </a:lnTo>
                  <a:lnTo>
                    <a:pt x="4326636" y="25907"/>
                  </a:lnTo>
                  <a:close/>
                </a:path>
                <a:path w="7284084" h="78104">
                  <a:moveTo>
                    <a:pt x="4378452" y="25907"/>
                  </a:moveTo>
                  <a:lnTo>
                    <a:pt x="4352544" y="25907"/>
                  </a:lnTo>
                  <a:lnTo>
                    <a:pt x="4352544" y="51815"/>
                  </a:lnTo>
                  <a:lnTo>
                    <a:pt x="4378452" y="51815"/>
                  </a:lnTo>
                  <a:lnTo>
                    <a:pt x="4378452" y="25907"/>
                  </a:lnTo>
                  <a:close/>
                </a:path>
                <a:path w="7284084" h="78104">
                  <a:moveTo>
                    <a:pt x="4430268" y="25907"/>
                  </a:moveTo>
                  <a:lnTo>
                    <a:pt x="4404359" y="25907"/>
                  </a:lnTo>
                  <a:lnTo>
                    <a:pt x="4404359" y="51815"/>
                  </a:lnTo>
                  <a:lnTo>
                    <a:pt x="4430268" y="51815"/>
                  </a:lnTo>
                  <a:lnTo>
                    <a:pt x="4430268" y="25907"/>
                  </a:lnTo>
                  <a:close/>
                </a:path>
                <a:path w="7284084" h="78104">
                  <a:moveTo>
                    <a:pt x="4482083" y="25907"/>
                  </a:moveTo>
                  <a:lnTo>
                    <a:pt x="4456176" y="25907"/>
                  </a:lnTo>
                  <a:lnTo>
                    <a:pt x="4456176" y="51815"/>
                  </a:lnTo>
                  <a:lnTo>
                    <a:pt x="4482083" y="51815"/>
                  </a:lnTo>
                  <a:lnTo>
                    <a:pt x="4482083" y="25907"/>
                  </a:lnTo>
                  <a:close/>
                </a:path>
                <a:path w="7284084" h="78104">
                  <a:moveTo>
                    <a:pt x="4533900" y="25907"/>
                  </a:moveTo>
                  <a:lnTo>
                    <a:pt x="4507992" y="25907"/>
                  </a:lnTo>
                  <a:lnTo>
                    <a:pt x="4507992" y="51815"/>
                  </a:lnTo>
                  <a:lnTo>
                    <a:pt x="4533900" y="51815"/>
                  </a:lnTo>
                  <a:lnTo>
                    <a:pt x="4533900" y="25907"/>
                  </a:lnTo>
                  <a:close/>
                </a:path>
                <a:path w="7284084" h="78104">
                  <a:moveTo>
                    <a:pt x="4585716" y="25907"/>
                  </a:moveTo>
                  <a:lnTo>
                    <a:pt x="4559808" y="25907"/>
                  </a:lnTo>
                  <a:lnTo>
                    <a:pt x="4559808" y="51815"/>
                  </a:lnTo>
                  <a:lnTo>
                    <a:pt x="4585716" y="51815"/>
                  </a:lnTo>
                  <a:lnTo>
                    <a:pt x="4585716" y="25907"/>
                  </a:lnTo>
                  <a:close/>
                </a:path>
                <a:path w="7284084" h="78104">
                  <a:moveTo>
                    <a:pt x="4637532" y="25907"/>
                  </a:moveTo>
                  <a:lnTo>
                    <a:pt x="4611624" y="25907"/>
                  </a:lnTo>
                  <a:lnTo>
                    <a:pt x="4611624" y="51815"/>
                  </a:lnTo>
                  <a:lnTo>
                    <a:pt x="4637532" y="51815"/>
                  </a:lnTo>
                  <a:lnTo>
                    <a:pt x="4637532" y="25907"/>
                  </a:lnTo>
                  <a:close/>
                </a:path>
                <a:path w="7284084" h="78104">
                  <a:moveTo>
                    <a:pt x="4689347" y="25907"/>
                  </a:moveTo>
                  <a:lnTo>
                    <a:pt x="4663440" y="25907"/>
                  </a:lnTo>
                  <a:lnTo>
                    <a:pt x="4663440" y="51815"/>
                  </a:lnTo>
                  <a:lnTo>
                    <a:pt x="4689347" y="51815"/>
                  </a:lnTo>
                  <a:lnTo>
                    <a:pt x="4689347" y="25907"/>
                  </a:lnTo>
                  <a:close/>
                </a:path>
                <a:path w="7284084" h="78104">
                  <a:moveTo>
                    <a:pt x="4741164" y="25907"/>
                  </a:moveTo>
                  <a:lnTo>
                    <a:pt x="4715256" y="25907"/>
                  </a:lnTo>
                  <a:lnTo>
                    <a:pt x="4715256" y="51815"/>
                  </a:lnTo>
                  <a:lnTo>
                    <a:pt x="4741164" y="51815"/>
                  </a:lnTo>
                  <a:lnTo>
                    <a:pt x="4741164" y="25907"/>
                  </a:lnTo>
                  <a:close/>
                </a:path>
                <a:path w="7284084" h="78104">
                  <a:moveTo>
                    <a:pt x="4792980" y="25907"/>
                  </a:moveTo>
                  <a:lnTo>
                    <a:pt x="4767071" y="25907"/>
                  </a:lnTo>
                  <a:lnTo>
                    <a:pt x="4767071" y="51815"/>
                  </a:lnTo>
                  <a:lnTo>
                    <a:pt x="4792980" y="51815"/>
                  </a:lnTo>
                  <a:lnTo>
                    <a:pt x="4792980" y="25907"/>
                  </a:lnTo>
                  <a:close/>
                </a:path>
                <a:path w="7284084" h="78104">
                  <a:moveTo>
                    <a:pt x="4844795" y="25907"/>
                  </a:moveTo>
                  <a:lnTo>
                    <a:pt x="4818888" y="25907"/>
                  </a:lnTo>
                  <a:lnTo>
                    <a:pt x="4818888" y="51815"/>
                  </a:lnTo>
                  <a:lnTo>
                    <a:pt x="4844795" y="51815"/>
                  </a:lnTo>
                  <a:lnTo>
                    <a:pt x="4844795" y="25907"/>
                  </a:lnTo>
                  <a:close/>
                </a:path>
                <a:path w="7284084" h="78104">
                  <a:moveTo>
                    <a:pt x="4896612" y="25907"/>
                  </a:moveTo>
                  <a:lnTo>
                    <a:pt x="4870704" y="25907"/>
                  </a:lnTo>
                  <a:lnTo>
                    <a:pt x="4870704" y="51815"/>
                  </a:lnTo>
                  <a:lnTo>
                    <a:pt x="4896612" y="51815"/>
                  </a:lnTo>
                  <a:lnTo>
                    <a:pt x="4896612" y="25907"/>
                  </a:lnTo>
                  <a:close/>
                </a:path>
                <a:path w="7284084" h="78104">
                  <a:moveTo>
                    <a:pt x="4948428" y="25907"/>
                  </a:moveTo>
                  <a:lnTo>
                    <a:pt x="4922520" y="25907"/>
                  </a:lnTo>
                  <a:lnTo>
                    <a:pt x="4922520" y="51815"/>
                  </a:lnTo>
                  <a:lnTo>
                    <a:pt x="4948428" y="51815"/>
                  </a:lnTo>
                  <a:lnTo>
                    <a:pt x="4948428" y="25907"/>
                  </a:lnTo>
                  <a:close/>
                </a:path>
                <a:path w="7284084" h="78104">
                  <a:moveTo>
                    <a:pt x="5000244" y="25907"/>
                  </a:moveTo>
                  <a:lnTo>
                    <a:pt x="4974336" y="25907"/>
                  </a:lnTo>
                  <a:lnTo>
                    <a:pt x="4974336" y="51815"/>
                  </a:lnTo>
                  <a:lnTo>
                    <a:pt x="5000244" y="51815"/>
                  </a:lnTo>
                  <a:lnTo>
                    <a:pt x="5000244" y="25907"/>
                  </a:lnTo>
                  <a:close/>
                </a:path>
                <a:path w="7284084" h="78104">
                  <a:moveTo>
                    <a:pt x="5052059" y="25907"/>
                  </a:moveTo>
                  <a:lnTo>
                    <a:pt x="5026152" y="25907"/>
                  </a:lnTo>
                  <a:lnTo>
                    <a:pt x="5026152" y="51815"/>
                  </a:lnTo>
                  <a:lnTo>
                    <a:pt x="5052059" y="51815"/>
                  </a:lnTo>
                  <a:lnTo>
                    <a:pt x="5052059" y="25907"/>
                  </a:lnTo>
                  <a:close/>
                </a:path>
                <a:path w="7284084" h="78104">
                  <a:moveTo>
                    <a:pt x="5103876" y="25907"/>
                  </a:moveTo>
                  <a:lnTo>
                    <a:pt x="5077968" y="25907"/>
                  </a:lnTo>
                  <a:lnTo>
                    <a:pt x="5077968" y="51815"/>
                  </a:lnTo>
                  <a:lnTo>
                    <a:pt x="5103876" y="51815"/>
                  </a:lnTo>
                  <a:lnTo>
                    <a:pt x="5103876" y="25907"/>
                  </a:lnTo>
                  <a:close/>
                </a:path>
                <a:path w="7284084" h="78104">
                  <a:moveTo>
                    <a:pt x="5155692" y="25907"/>
                  </a:moveTo>
                  <a:lnTo>
                    <a:pt x="5129783" y="25907"/>
                  </a:lnTo>
                  <a:lnTo>
                    <a:pt x="5129783" y="51815"/>
                  </a:lnTo>
                  <a:lnTo>
                    <a:pt x="5155692" y="51815"/>
                  </a:lnTo>
                  <a:lnTo>
                    <a:pt x="5155692" y="25907"/>
                  </a:lnTo>
                  <a:close/>
                </a:path>
                <a:path w="7284084" h="78104">
                  <a:moveTo>
                    <a:pt x="5207508" y="25907"/>
                  </a:moveTo>
                  <a:lnTo>
                    <a:pt x="5181600" y="25907"/>
                  </a:lnTo>
                  <a:lnTo>
                    <a:pt x="5181600" y="51815"/>
                  </a:lnTo>
                  <a:lnTo>
                    <a:pt x="5207508" y="51815"/>
                  </a:lnTo>
                  <a:lnTo>
                    <a:pt x="5207508" y="25907"/>
                  </a:lnTo>
                  <a:close/>
                </a:path>
                <a:path w="7284084" h="78104">
                  <a:moveTo>
                    <a:pt x="5259324" y="25907"/>
                  </a:moveTo>
                  <a:lnTo>
                    <a:pt x="5233416" y="25907"/>
                  </a:lnTo>
                  <a:lnTo>
                    <a:pt x="5233416" y="51815"/>
                  </a:lnTo>
                  <a:lnTo>
                    <a:pt x="5259324" y="51815"/>
                  </a:lnTo>
                  <a:lnTo>
                    <a:pt x="5259324" y="25907"/>
                  </a:lnTo>
                  <a:close/>
                </a:path>
                <a:path w="7284084" h="78104">
                  <a:moveTo>
                    <a:pt x="5311140" y="25907"/>
                  </a:moveTo>
                  <a:lnTo>
                    <a:pt x="5285232" y="25907"/>
                  </a:lnTo>
                  <a:lnTo>
                    <a:pt x="5285232" y="51815"/>
                  </a:lnTo>
                  <a:lnTo>
                    <a:pt x="5311140" y="51815"/>
                  </a:lnTo>
                  <a:lnTo>
                    <a:pt x="5311140" y="25907"/>
                  </a:lnTo>
                  <a:close/>
                </a:path>
                <a:path w="7284084" h="78104">
                  <a:moveTo>
                    <a:pt x="5362956" y="25907"/>
                  </a:moveTo>
                  <a:lnTo>
                    <a:pt x="5337047" y="25907"/>
                  </a:lnTo>
                  <a:lnTo>
                    <a:pt x="5337047" y="51815"/>
                  </a:lnTo>
                  <a:lnTo>
                    <a:pt x="5362956" y="51815"/>
                  </a:lnTo>
                  <a:lnTo>
                    <a:pt x="5362956" y="25907"/>
                  </a:lnTo>
                  <a:close/>
                </a:path>
                <a:path w="7284084" h="78104">
                  <a:moveTo>
                    <a:pt x="5414771" y="25907"/>
                  </a:moveTo>
                  <a:lnTo>
                    <a:pt x="5388864" y="25907"/>
                  </a:lnTo>
                  <a:lnTo>
                    <a:pt x="5388864" y="51815"/>
                  </a:lnTo>
                  <a:lnTo>
                    <a:pt x="5414771" y="51815"/>
                  </a:lnTo>
                  <a:lnTo>
                    <a:pt x="5414771" y="25907"/>
                  </a:lnTo>
                  <a:close/>
                </a:path>
                <a:path w="7284084" h="78104">
                  <a:moveTo>
                    <a:pt x="5466588" y="25907"/>
                  </a:moveTo>
                  <a:lnTo>
                    <a:pt x="5440680" y="25907"/>
                  </a:lnTo>
                  <a:lnTo>
                    <a:pt x="5440680" y="51815"/>
                  </a:lnTo>
                  <a:lnTo>
                    <a:pt x="5466588" y="51815"/>
                  </a:lnTo>
                  <a:lnTo>
                    <a:pt x="5466588" y="25907"/>
                  </a:lnTo>
                  <a:close/>
                </a:path>
                <a:path w="7284084" h="78104">
                  <a:moveTo>
                    <a:pt x="5518403" y="25907"/>
                  </a:moveTo>
                  <a:lnTo>
                    <a:pt x="5492495" y="25907"/>
                  </a:lnTo>
                  <a:lnTo>
                    <a:pt x="5492495" y="51815"/>
                  </a:lnTo>
                  <a:lnTo>
                    <a:pt x="5518403" y="51815"/>
                  </a:lnTo>
                  <a:lnTo>
                    <a:pt x="5518403" y="25907"/>
                  </a:lnTo>
                  <a:close/>
                </a:path>
                <a:path w="7284084" h="78104">
                  <a:moveTo>
                    <a:pt x="5570220" y="25907"/>
                  </a:moveTo>
                  <a:lnTo>
                    <a:pt x="5544312" y="25907"/>
                  </a:lnTo>
                  <a:lnTo>
                    <a:pt x="5544312" y="51815"/>
                  </a:lnTo>
                  <a:lnTo>
                    <a:pt x="5570220" y="51815"/>
                  </a:lnTo>
                  <a:lnTo>
                    <a:pt x="5570220" y="25907"/>
                  </a:lnTo>
                  <a:close/>
                </a:path>
                <a:path w="7284084" h="78104">
                  <a:moveTo>
                    <a:pt x="5622036" y="25907"/>
                  </a:moveTo>
                  <a:lnTo>
                    <a:pt x="5596127" y="25907"/>
                  </a:lnTo>
                  <a:lnTo>
                    <a:pt x="5596127" y="51815"/>
                  </a:lnTo>
                  <a:lnTo>
                    <a:pt x="5622036" y="51815"/>
                  </a:lnTo>
                  <a:lnTo>
                    <a:pt x="5622036" y="25907"/>
                  </a:lnTo>
                  <a:close/>
                </a:path>
                <a:path w="7284084" h="78104">
                  <a:moveTo>
                    <a:pt x="5673851" y="25907"/>
                  </a:moveTo>
                  <a:lnTo>
                    <a:pt x="5647944" y="25907"/>
                  </a:lnTo>
                  <a:lnTo>
                    <a:pt x="5647944" y="51815"/>
                  </a:lnTo>
                  <a:lnTo>
                    <a:pt x="5673851" y="51815"/>
                  </a:lnTo>
                  <a:lnTo>
                    <a:pt x="5673851" y="25907"/>
                  </a:lnTo>
                  <a:close/>
                </a:path>
                <a:path w="7284084" h="78104">
                  <a:moveTo>
                    <a:pt x="5725668" y="25907"/>
                  </a:moveTo>
                  <a:lnTo>
                    <a:pt x="5699760" y="25907"/>
                  </a:lnTo>
                  <a:lnTo>
                    <a:pt x="5699760" y="51815"/>
                  </a:lnTo>
                  <a:lnTo>
                    <a:pt x="5725668" y="51815"/>
                  </a:lnTo>
                  <a:lnTo>
                    <a:pt x="5725668" y="25907"/>
                  </a:lnTo>
                  <a:close/>
                </a:path>
                <a:path w="7284084" h="78104">
                  <a:moveTo>
                    <a:pt x="5777484" y="25907"/>
                  </a:moveTo>
                  <a:lnTo>
                    <a:pt x="5751575" y="25907"/>
                  </a:lnTo>
                  <a:lnTo>
                    <a:pt x="5751575" y="51815"/>
                  </a:lnTo>
                  <a:lnTo>
                    <a:pt x="5777484" y="51815"/>
                  </a:lnTo>
                  <a:lnTo>
                    <a:pt x="5777484" y="25907"/>
                  </a:lnTo>
                  <a:close/>
                </a:path>
                <a:path w="7284084" h="78104">
                  <a:moveTo>
                    <a:pt x="5829299" y="25907"/>
                  </a:moveTo>
                  <a:lnTo>
                    <a:pt x="5803392" y="25907"/>
                  </a:lnTo>
                  <a:lnTo>
                    <a:pt x="5803392" y="51815"/>
                  </a:lnTo>
                  <a:lnTo>
                    <a:pt x="5829299" y="51815"/>
                  </a:lnTo>
                  <a:lnTo>
                    <a:pt x="5829299" y="25907"/>
                  </a:lnTo>
                  <a:close/>
                </a:path>
                <a:path w="7284084" h="78104">
                  <a:moveTo>
                    <a:pt x="5881116" y="25907"/>
                  </a:moveTo>
                  <a:lnTo>
                    <a:pt x="5855208" y="25907"/>
                  </a:lnTo>
                  <a:lnTo>
                    <a:pt x="5855208" y="51815"/>
                  </a:lnTo>
                  <a:lnTo>
                    <a:pt x="5881116" y="51815"/>
                  </a:lnTo>
                  <a:lnTo>
                    <a:pt x="5881116" y="25907"/>
                  </a:lnTo>
                  <a:close/>
                </a:path>
                <a:path w="7284084" h="78104">
                  <a:moveTo>
                    <a:pt x="5932932" y="25907"/>
                  </a:moveTo>
                  <a:lnTo>
                    <a:pt x="5907023" y="25907"/>
                  </a:lnTo>
                  <a:lnTo>
                    <a:pt x="5907023" y="51815"/>
                  </a:lnTo>
                  <a:lnTo>
                    <a:pt x="5932932" y="51815"/>
                  </a:lnTo>
                  <a:lnTo>
                    <a:pt x="5932932" y="25907"/>
                  </a:lnTo>
                  <a:close/>
                </a:path>
                <a:path w="7284084" h="78104">
                  <a:moveTo>
                    <a:pt x="5984747" y="25907"/>
                  </a:moveTo>
                  <a:lnTo>
                    <a:pt x="5958840" y="25907"/>
                  </a:lnTo>
                  <a:lnTo>
                    <a:pt x="5958840" y="51815"/>
                  </a:lnTo>
                  <a:lnTo>
                    <a:pt x="5984747" y="51815"/>
                  </a:lnTo>
                  <a:lnTo>
                    <a:pt x="5984747" y="25907"/>
                  </a:lnTo>
                  <a:close/>
                </a:path>
                <a:path w="7284084" h="78104">
                  <a:moveTo>
                    <a:pt x="6036564" y="25907"/>
                  </a:moveTo>
                  <a:lnTo>
                    <a:pt x="6010656" y="25907"/>
                  </a:lnTo>
                  <a:lnTo>
                    <a:pt x="6010656" y="51815"/>
                  </a:lnTo>
                  <a:lnTo>
                    <a:pt x="6036564" y="51815"/>
                  </a:lnTo>
                  <a:lnTo>
                    <a:pt x="6036564" y="25907"/>
                  </a:lnTo>
                  <a:close/>
                </a:path>
                <a:path w="7284084" h="78104">
                  <a:moveTo>
                    <a:pt x="6088380" y="25907"/>
                  </a:moveTo>
                  <a:lnTo>
                    <a:pt x="6062471" y="25907"/>
                  </a:lnTo>
                  <a:lnTo>
                    <a:pt x="6062471" y="51815"/>
                  </a:lnTo>
                  <a:lnTo>
                    <a:pt x="6088380" y="51815"/>
                  </a:lnTo>
                  <a:lnTo>
                    <a:pt x="6088380" y="25907"/>
                  </a:lnTo>
                  <a:close/>
                </a:path>
                <a:path w="7284084" h="78104">
                  <a:moveTo>
                    <a:pt x="6140195" y="25907"/>
                  </a:moveTo>
                  <a:lnTo>
                    <a:pt x="6114288" y="25907"/>
                  </a:lnTo>
                  <a:lnTo>
                    <a:pt x="6114288" y="51815"/>
                  </a:lnTo>
                  <a:lnTo>
                    <a:pt x="6140195" y="51815"/>
                  </a:lnTo>
                  <a:lnTo>
                    <a:pt x="6140195" y="25907"/>
                  </a:lnTo>
                  <a:close/>
                </a:path>
                <a:path w="7284084" h="78104">
                  <a:moveTo>
                    <a:pt x="6192012" y="25907"/>
                  </a:moveTo>
                  <a:lnTo>
                    <a:pt x="6166103" y="25907"/>
                  </a:lnTo>
                  <a:lnTo>
                    <a:pt x="6166103" y="51815"/>
                  </a:lnTo>
                  <a:lnTo>
                    <a:pt x="6192012" y="51815"/>
                  </a:lnTo>
                  <a:lnTo>
                    <a:pt x="6192012" y="25907"/>
                  </a:lnTo>
                  <a:close/>
                </a:path>
                <a:path w="7284084" h="78104">
                  <a:moveTo>
                    <a:pt x="6243827" y="25907"/>
                  </a:moveTo>
                  <a:lnTo>
                    <a:pt x="6217920" y="25907"/>
                  </a:lnTo>
                  <a:lnTo>
                    <a:pt x="6217920" y="51815"/>
                  </a:lnTo>
                  <a:lnTo>
                    <a:pt x="6243827" y="51815"/>
                  </a:lnTo>
                  <a:lnTo>
                    <a:pt x="6243827" y="25907"/>
                  </a:lnTo>
                  <a:close/>
                </a:path>
                <a:path w="7284084" h="78104">
                  <a:moveTo>
                    <a:pt x="6295644" y="25907"/>
                  </a:moveTo>
                  <a:lnTo>
                    <a:pt x="6269736" y="25907"/>
                  </a:lnTo>
                  <a:lnTo>
                    <a:pt x="6269736" y="51815"/>
                  </a:lnTo>
                  <a:lnTo>
                    <a:pt x="6295644" y="51815"/>
                  </a:lnTo>
                  <a:lnTo>
                    <a:pt x="6295644" y="25907"/>
                  </a:lnTo>
                  <a:close/>
                </a:path>
                <a:path w="7284084" h="78104">
                  <a:moveTo>
                    <a:pt x="6347460" y="25907"/>
                  </a:moveTo>
                  <a:lnTo>
                    <a:pt x="6321551" y="25907"/>
                  </a:lnTo>
                  <a:lnTo>
                    <a:pt x="6321551" y="51815"/>
                  </a:lnTo>
                  <a:lnTo>
                    <a:pt x="6347460" y="51815"/>
                  </a:lnTo>
                  <a:lnTo>
                    <a:pt x="6347460" y="25907"/>
                  </a:lnTo>
                  <a:close/>
                </a:path>
                <a:path w="7284084" h="78104">
                  <a:moveTo>
                    <a:pt x="6399275" y="25907"/>
                  </a:moveTo>
                  <a:lnTo>
                    <a:pt x="6373368" y="25907"/>
                  </a:lnTo>
                  <a:lnTo>
                    <a:pt x="6373368" y="51815"/>
                  </a:lnTo>
                  <a:lnTo>
                    <a:pt x="6399275" y="51815"/>
                  </a:lnTo>
                  <a:lnTo>
                    <a:pt x="6399275" y="25907"/>
                  </a:lnTo>
                  <a:close/>
                </a:path>
                <a:path w="7284084" h="78104">
                  <a:moveTo>
                    <a:pt x="6451092" y="25907"/>
                  </a:moveTo>
                  <a:lnTo>
                    <a:pt x="6425184" y="25907"/>
                  </a:lnTo>
                  <a:lnTo>
                    <a:pt x="6425184" y="51815"/>
                  </a:lnTo>
                  <a:lnTo>
                    <a:pt x="6451092" y="51815"/>
                  </a:lnTo>
                  <a:lnTo>
                    <a:pt x="6451092" y="25907"/>
                  </a:lnTo>
                  <a:close/>
                </a:path>
                <a:path w="7284084" h="78104">
                  <a:moveTo>
                    <a:pt x="6502908" y="25907"/>
                  </a:moveTo>
                  <a:lnTo>
                    <a:pt x="6476999" y="25907"/>
                  </a:lnTo>
                  <a:lnTo>
                    <a:pt x="6476999" y="51815"/>
                  </a:lnTo>
                  <a:lnTo>
                    <a:pt x="6502908" y="51815"/>
                  </a:lnTo>
                  <a:lnTo>
                    <a:pt x="6502908" y="25907"/>
                  </a:lnTo>
                  <a:close/>
                </a:path>
                <a:path w="7284084" h="78104">
                  <a:moveTo>
                    <a:pt x="6554724" y="25907"/>
                  </a:moveTo>
                  <a:lnTo>
                    <a:pt x="6528816" y="25907"/>
                  </a:lnTo>
                  <a:lnTo>
                    <a:pt x="6528816" y="51815"/>
                  </a:lnTo>
                  <a:lnTo>
                    <a:pt x="6554724" y="51815"/>
                  </a:lnTo>
                  <a:lnTo>
                    <a:pt x="6554724" y="25907"/>
                  </a:lnTo>
                  <a:close/>
                </a:path>
                <a:path w="7284084" h="78104">
                  <a:moveTo>
                    <a:pt x="6606540" y="25907"/>
                  </a:moveTo>
                  <a:lnTo>
                    <a:pt x="6580632" y="25907"/>
                  </a:lnTo>
                  <a:lnTo>
                    <a:pt x="6580632" y="51815"/>
                  </a:lnTo>
                  <a:lnTo>
                    <a:pt x="6606540" y="51815"/>
                  </a:lnTo>
                  <a:lnTo>
                    <a:pt x="6606540" y="25907"/>
                  </a:lnTo>
                  <a:close/>
                </a:path>
                <a:path w="7284084" h="78104">
                  <a:moveTo>
                    <a:pt x="6658356" y="25907"/>
                  </a:moveTo>
                  <a:lnTo>
                    <a:pt x="6632448" y="25907"/>
                  </a:lnTo>
                  <a:lnTo>
                    <a:pt x="6632448" y="51815"/>
                  </a:lnTo>
                  <a:lnTo>
                    <a:pt x="6658356" y="51815"/>
                  </a:lnTo>
                  <a:lnTo>
                    <a:pt x="6658356" y="25907"/>
                  </a:lnTo>
                  <a:close/>
                </a:path>
                <a:path w="7284084" h="78104">
                  <a:moveTo>
                    <a:pt x="6710172" y="25907"/>
                  </a:moveTo>
                  <a:lnTo>
                    <a:pt x="6684264" y="25907"/>
                  </a:lnTo>
                  <a:lnTo>
                    <a:pt x="6684264" y="51815"/>
                  </a:lnTo>
                  <a:lnTo>
                    <a:pt x="6710172" y="51815"/>
                  </a:lnTo>
                  <a:lnTo>
                    <a:pt x="6710172" y="25907"/>
                  </a:lnTo>
                  <a:close/>
                </a:path>
                <a:path w="7284084" h="78104">
                  <a:moveTo>
                    <a:pt x="6761988" y="25907"/>
                  </a:moveTo>
                  <a:lnTo>
                    <a:pt x="6736080" y="25907"/>
                  </a:lnTo>
                  <a:lnTo>
                    <a:pt x="6736080" y="51815"/>
                  </a:lnTo>
                  <a:lnTo>
                    <a:pt x="6761988" y="51815"/>
                  </a:lnTo>
                  <a:lnTo>
                    <a:pt x="6761988" y="25907"/>
                  </a:lnTo>
                  <a:close/>
                </a:path>
                <a:path w="7284084" h="78104">
                  <a:moveTo>
                    <a:pt x="6813804" y="25907"/>
                  </a:moveTo>
                  <a:lnTo>
                    <a:pt x="6787896" y="25907"/>
                  </a:lnTo>
                  <a:lnTo>
                    <a:pt x="6787896" y="51815"/>
                  </a:lnTo>
                  <a:lnTo>
                    <a:pt x="6813804" y="51815"/>
                  </a:lnTo>
                  <a:lnTo>
                    <a:pt x="6813804" y="25907"/>
                  </a:lnTo>
                  <a:close/>
                </a:path>
                <a:path w="7284084" h="78104">
                  <a:moveTo>
                    <a:pt x="6865620" y="25907"/>
                  </a:moveTo>
                  <a:lnTo>
                    <a:pt x="6839712" y="25907"/>
                  </a:lnTo>
                  <a:lnTo>
                    <a:pt x="6839712" y="51815"/>
                  </a:lnTo>
                  <a:lnTo>
                    <a:pt x="6865620" y="51815"/>
                  </a:lnTo>
                  <a:lnTo>
                    <a:pt x="6865620" y="25907"/>
                  </a:lnTo>
                  <a:close/>
                </a:path>
                <a:path w="7284084" h="78104">
                  <a:moveTo>
                    <a:pt x="6917436" y="25907"/>
                  </a:moveTo>
                  <a:lnTo>
                    <a:pt x="6891528" y="25907"/>
                  </a:lnTo>
                  <a:lnTo>
                    <a:pt x="6891528" y="51815"/>
                  </a:lnTo>
                  <a:lnTo>
                    <a:pt x="6917436" y="51815"/>
                  </a:lnTo>
                  <a:lnTo>
                    <a:pt x="6917436" y="25907"/>
                  </a:lnTo>
                  <a:close/>
                </a:path>
                <a:path w="7284084" h="78104">
                  <a:moveTo>
                    <a:pt x="6969252" y="25907"/>
                  </a:moveTo>
                  <a:lnTo>
                    <a:pt x="6943344" y="25907"/>
                  </a:lnTo>
                  <a:lnTo>
                    <a:pt x="6943344" y="51815"/>
                  </a:lnTo>
                  <a:lnTo>
                    <a:pt x="6969252" y="51815"/>
                  </a:lnTo>
                  <a:lnTo>
                    <a:pt x="6969252" y="25907"/>
                  </a:lnTo>
                  <a:close/>
                </a:path>
                <a:path w="7284084" h="78104">
                  <a:moveTo>
                    <a:pt x="7021068" y="25907"/>
                  </a:moveTo>
                  <a:lnTo>
                    <a:pt x="6995160" y="25907"/>
                  </a:lnTo>
                  <a:lnTo>
                    <a:pt x="6995160" y="51815"/>
                  </a:lnTo>
                  <a:lnTo>
                    <a:pt x="7021068" y="51815"/>
                  </a:lnTo>
                  <a:lnTo>
                    <a:pt x="7021068" y="25907"/>
                  </a:lnTo>
                  <a:close/>
                </a:path>
                <a:path w="7284084" h="78104">
                  <a:moveTo>
                    <a:pt x="7072884" y="25907"/>
                  </a:moveTo>
                  <a:lnTo>
                    <a:pt x="7046976" y="25907"/>
                  </a:lnTo>
                  <a:lnTo>
                    <a:pt x="7046976" y="51815"/>
                  </a:lnTo>
                  <a:lnTo>
                    <a:pt x="7072884" y="51815"/>
                  </a:lnTo>
                  <a:lnTo>
                    <a:pt x="7072884" y="25907"/>
                  </a:lnTo>
                  <a:close/>
                </a:path>
                <a:path w="7284084" h="78104">
                  <a:moveTo>
                    <a:pt x="7124700" y="25907"/>
                  </a:moveTo>
                  <a:lnTo>
                    <a:pt x="7098792" y="25907"/>
                  </a:lnTo>
                  <a:lnTo>
                    <a:pt x="7098792" y="51815"/>
                  </a:lnTo>
                  <a:lnTo>
                    <a:pt x="7124700" y="51815"/>
                  </a:lnTo>
                  <a:lnTo>
                    <a:pt x="7124700" y="25907"/>
                  </a:lnTo>
                  <a:close/>
                </a:path>
                <a:path w="7284084" h="78104">
                  <a:moveTo>
                    <a:pt x="7176516" y="25907"/>
                  </a:moveTo>
                  <a:lnTo>
                    <a:pt x="7150608" y="25907"/>
                  </a:lnTo>
                  <a:lnTo>
                    <a:pt x="7150608" y="51815"/>
                  </a:lnTo>
                  <a:lnTo>
                    <a:pt x="7176516" y="51815"/>
                  </a:lnTo>
                  <a:lnTo>
                    <a:pt x="7176516" y="25907"/>
                  </a:lnTo>
                  <a:close/>
                </a:path>
                <a:path w="7284084" h="78104">
                  <a:moveTo>
                    <a:pt x="7245096" y="0"/>
                  </a:moveTo>
                  <a:lnTo>
                    <a:pt x="7229969" y="3053"/>
                  </a:lnTo>
                  <a:lnTo>
                    <a:pt x="7217616" y="11382"/>
                  </a:lnTo>
                  <a:lnTo>
                    <a:pt x="7209287" y="23735"/>
                  </a:lnTo>
                  <a:lnTo>
                    <a:pt x="7206234" y="38861"/>
                  </a:lnTo>
                  <a:lnTo>
                    <a:pt x="7209287" y="53988"/>
                  </a:lnTo>
                  <a:lnTo>
                    <a:pt x="7217616" y="66341"/>
                  </a:lnTo>
                  <a:lnTo>
                    <a:pt x="7229969" y="74670"/>
                  </a:lnTo>
                  <a:lnTo>
                    <a:pt x="7245096" y="77723"/>
                  </a:lnTo>
                  <a:lnTo>
                    <a:pt x="7260222" y="74670"/>
                  </a:lnTo>
                  <a:lnTo>
                    <a:pt x="7272575" y="66341"/>
                  </a:lnTo>
                  <a:lnTo>
                    <a:pt x="7280904" y="53988"/>
                  </a:lnTo>
                  <a:lnTo>
                    <a:pt x="7281342" y="51815"/>
                  </a:lnTo>
                  <a:lnTo>
                    <a:pt x="7228332" y="51815"/>
                  </a:lnTo>
                  <a:lnTo>
                    <a:pt x="7228332" y="25907"/>
                  </a:lnTo>
                  <a:lnTo>
                    <a:pt x="7281342" y="25907"/>
                  </a:lnTo>
                  <a:lnTo>
                    <a:pt x="7280904" y="23735"/>
                  </a:lnTo>
                  <a:lnTo>
                    <a:pt x="7272575" y="11382"/>
                  </a:lnTo>
                  <a:lnTo>
                    <a:pt x="7260222" y="3053"/>
                  </a:lnTo>
                  <a:lnTo>
                    <a:pt x="7245096" y="0"/>
                  </a:lnTo>
                  <a:close/>
                </a:path>
                <a:path w="7284084" h="78104">
                  <a:moveTo>
                    <a:pt x="7208849" y="25907"/>
                  </a:moveTo>
                  <a:lnTo>
                    <a:pt x="7202424" y="25907"/>
                  </a:lnTo>
                  <a:lnTo>
                    <a:pt x="7202424" y="51815"/>
                  </a:lnTo>
                  <a:lnTo>
                    <a:pt x="7208849" y="51815"/>
                  </a:lnTo>
                  <a:lnTo>
                    <a:pt x="7206234" y="38861"/>
                  </a:lnTo>
                  <a:lnTo>
                    <a:pt x="7208849" y="25907"/>
                  </a:lnTo>
                  <a:close/>
                </a:path>
                <a:path w="7284084" h="78104">
                  <a:moveTo>
                    <a:pt x="7281342" y="25907"/>
                  </a:moveTo>
                  <a:lnTo>
                    <a:pt x="7228332" y="25907"/>
                  </a:lnTo>
                  <a:lnTo>
                    <a:pt x="7228332" y="51815"/>
                  </a:lnTo>
                  <a:lnTo>
                    <a:pt x="7281342" y="51815"/>
                  </a:lnTo>
                  <a:lnTo>
                    <a:pt x="7283958" y="38861"/>
                  </a:lnTo>
                  <a:lnTo>
                    <a:pt x="7281342" y="25907"/>
                  </a:lnTo>
                  <a:close/>
                </a:path>
              </a:pathLst>
            </a:custGeom>
            <a:solidFill>
              <a:srgbClr val="44536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 descr=""/>
          <p:cNvSpPr txBox="1"/>
          <p:nvPr/>
        </p:nvSpPr>
        <p:spPr>
          <a:xfrm>
            <a:off x="1417066" y="3461384"/>
            <a:ext cx="205422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Principles</a:t>
            </a:r>
            <a:r>
              <a:rPr dirty="0" sz="1800" spc="-1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of</a:t>
            </a:r>
            <a:r>
              <a:rPr dirty="0" sz="1800" spc="-60">
                <a:latin typeface="Arial"/>
                <a:cs typeface="Arial"/>
              </a:rPr>
              <a:t> </a:t>
            </a:r>
            <a:r>
              <a:rPr dirty="0" sz="1800" spc="-15">
                <a:latin typeface="Arial"/>
                <a:cs typeface="Arial"/>
              </a:rPr>
              <a:t>Testing</a:t>
            </a:r>
            <a:endParaRPr sz="1800">
              <a:latin typeface="Arial"/>
              <a:cs typeface="Arial"/>
            </a:endParaRPr>
          </a:p>
        </p:txBody>
      </p:sp>
      <p:sp>
        <p:nvSpPr>
          <p:cNvPr id="29" name="object 29" descr=""/>
          <p:cNvSpPr txBox="1"/>
          <p:nvPr/>
        </p:nvSpPr>
        <p:spPr>
          <a:xfrm>
            <a:off x="816051" y="3408629"/>
            <a:ext cx="19558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 b="1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30" name="object 30" descr=""/>
          <p:cNvGrpSpPr/>
          <p:nvPr/>
        </p:nvGrpSpPr>
        <p:grpSpPr>
          <a:xfrm>
            <a:off x="534923" y="4072128"/>
            <a:ext cx="7893050" cy="669290"/>
            <a:chOff x="534923" y="4072128"/>
            <a:chExt cx="7893050" cy="669290"/>
          </a:xfrm>
        </p:grpSpPr>
        <p:sp>
          <p:nvSpPr>
            <p:cNvPr id="31" name="object 31" descr=""/>
            <p:cNvSpPr/>
            <p:nvPr/>
          </p:nvSpPr>
          <p:spPr>
            <a:xfrm>
              <a:off x="545591" y="4087368"/>
              <a:ext cx="756285" cy="654050"/>
            </a:xfrm>
            <a:custGeom>
              <a:avLst/>
              <a:gdLst/>
              <a:ahLst/>
              <a:cxnLst/>
              <a:rect l="l" t="t" r="r" b="b"/>
              <a:pathLst>
                <a:path w="756285" h="654050">
                  <a:moveTo>
                    <a:pt x="566851" y="0"/>
                  </a:moveTo>
                  <a:lnTo>
                    <a:pt x="189052" y="0"/>
                  </a:lnTo>
                  <a:lnTo>
                    <a:pt x="0" y="326897"/>
                  </a:lnTo>
                  <a:lnTo>
                    <a:pt x="189052" y="653795"/>
                  </a:lnTo>
                  <a:lnTo>
                    <a:pt x="566851" y="653795"/>
                  </a:lnTo>
                  <a:lnTo>
                    <a:pt x="755904" y="326897"/>
                  </a:lnTo>
                  <a:lnTo>
                    <a:pt x="566851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39495" y="4076700"/>
              <a:ext cx="755904" cy="653795"/>
            </a:xfrm>
            <a:prstGeom prst="rect">
              <a:avLst/>
            </a:prstGeom>
          </p:spPr>
        </p:pic>
        <p:sp>
          <p:nvSpPr>
            <p:cNvPr id="33" name="object 33" descr=""/>
            <p:cNvSpPr/>
            <p:nvPr/>
          </p:nvSpPr>
          <p:spPr>
            <a:xfrm>
              <a:off x="539495" y="4076700"/>
              <a:ext cx="756285" cy="654050"/>
            </a:xfrm>
            <a:custGeom>
              <a:avLst/>
              <a:gdLst/>
              <a:ahLst/>
              <a:cxnLst/>
              <a:rect l="l" t="t" r="r" b="b"/>
              <a:pathLst>
                <a:path w="756285" h="654050">
                  <a:moveTo>
                    <a:pt x="0" y="326898"/>
                  </a:moveTo>
                  <a:lnTo>
                    <a:pt x="189052" y="0"/>
                  </a:lnTo>
                  <a:lnTo>
                    <a:pt x="566851" y="0"/>
                  </a:lnTo>
                  <a:lnTo>
                    <a:pt x="755904" y="326898"/>
                  </a:lnTo>
                  <a:lnTo>
                    <a:pt x="566851" y="653795"/>
                  </a:lnTo>
                  <a:lnTo>
                    <a:pt x="189052" y="653795"/>
                  </a:lnTo>
                  <a:lnTo>
                    <a:pt x="0" y="326898"/>
                  </a:lnTo>
                  <a:close/>
                </a:path>
              </a:pathLst>
            </a:custGeom>
            <a:ln w="9144">
              <a:solidFill>
                <a:srgbClr val="C0C0C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83691" y="4116324"/>
              <a:ext cx="664464" cy="574548"/>
            </a:xfrm>
            <a:prstGeom prst="rect">
              <a:avLst/>
            </a:prstGeom>
          </p:spPr>
        </p:pic>
        <p:sp>
          <p:nvSpPr>
            <p:cNvPr id="35" name="object 35" descr=""/>
            <p:cNvSpPr/>
            <p:nvPr/>
          </p:nvSpPr>
          <p:spPr>
            <a:xfrm>
              <a:off x="583691" y="4116324"/>
              <a:ext cx="664845" cy="574675"/>
            </a:xfrm>
            <a:custGeom>
              <a:avLst/>
              <a:gdLst/>
              <a:ahLst/>
              <a:cxnLst/>
              <a:rect l="l" t="t" r="r" b="b"/>
              <a:pathLst>
                <a:path w="664844" h="574675">
                  <a:moveTo>
                    <a:pt x="0" y="287274"/>
                  </a:moveTo>
                  <a:lnTo>
                    <a:pt x="166027" y="0"/>
                  </a:lnTo>
                  <a:lnTo>
                    <a:pt x="498436" y="0"/>
                  </a:lnTo>
                  <a:lnTo>
                    <a:pt x="664464" y="287274"/>
                  </a:lnTo>
                  <a:lnTo>
                    <a:pt x="498436" y="574548"/>
                  </a:lnTo>
                  <a:lnTo>
                    <a:pt x="166027" y="574548"/>
                  </a:lnTo>
                  <a:lnTo>
                    <a:pt x="0" y="287274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1149857" y="4648200"/>
              <a:ext cx="7278370" cy="78105"/>
            </a:xfrm>
            <a:custGeom>
              <a:avLst/>
              <a:gdLst/>
              <a:ahLst/>
              <a:cxnLst/>
              <a:rect l="l" t="t" r="r" b="b"/>
              <a:pathLst>
                <a:path w="7278370" h="78104">
                  <a:moveTo>
                    <a:pt x="25907" y="25907"/>
                  </a:moveTo>
                  <a:lnTo>
                    <a:pt x="0" y="25907"/>
                  </a:lnTo>
                  <a:lnTo>
                    <a:pt x="0" y="51816"/>
                  </a:lnTo>
                  <a:lnTo>
                    <a:pt x="25907" y="51816"/>
                  </a:lnTo>
                  <a:lnTo>
                    <a:pt x="25907" y="25907"/>
                  </a:lnTo>
                  <a:close/>
                </a:path>
                <a:path w="7278370" h="78104">
                  <a:moveTo>
                    <a:pt x="77723" y="25907"/>
                  </a:moveTo>
                  <a:lnTo>
                    <a:pt x="51815" y="25907"/>
                  </a:lnTo>
                  <a:lnTo>
                    <a:pt x="51815" y="51816"/>
                  </a:lnTo>
                  <a:lnTo>
                    <a:pt x="77723" y="51816"/>
                  </a:lnTo>
                  <a:lnTo>
                    <a:pt x="77723" y="25907"/>
                  </a:lnTo>
                  <a:close/>
                </a:path>
                <a:path w="7278370" h="78104">
                  <a:moveTo>
                    <a:pt x="129539" y="25907"/>
                  </a:moveTo>
                  <a:lnTo>
                    <a:pt x="103631" y="25907"/>
                  </a:lnTo>
                  <a:lnTo>
                    <a:pt x="103631" y="51816"/>
                  </a:lnTo>
                  <a:lnTo>
                    <a:pt x="129539" y="51816"/>
                  </a:lnTo>
                  <a:lnTo>
                    <a:pt x="129539" y="25907"/>
                  </a:lnTo>
                  <a:close/>
                </a:path>
                <a:path w="7278370" h="78104">
                  <a:moveTo>
                    <a:pt x="181355" y="25907"/>
                  </a:moveTo>
                  <a:lnTo>
                    <a:pt x="155447" y="25907"/>
                  </a:lnTo>
                  <a:lnTo>
                    <a:pt x="155447" y="51816"/>
                  </a:lnTo>
                  <a:lnTo>
                    <a:pt x="181355" y="51816"/>
                  </a:lnTo>
                  <a:lnTo>
                    <a:pt x="181355" y="25907"/>
                  </a:lnTo>
                  <a:close/>
                </a:path>
                <a:path w="7278370" h="78104">
                  <a:moveTo>
                    <a:pt x="233172" y="25907"/>
                  </a:moveTo>
                  <a:lnTo>
                    <a:pt x="207263" y="25907"/>
                  </a:lnTo>
                  <a:lnTo>
                    <a:pt x="207263" y="51816"/>
                  </a:lnTo>
                  <a:lnTo>
                    <a:pt x="233172" y="51816"/>
                  </a:lnTo>
                  <a:lnTo>
                    <a:pt x="233172" y="25907"/>
                  </a:lnTo>
                  <a:close/>
                </a:path>
                <a:path w="7278370" h="78104">
                  <a:moveTo>
                    <a:pt x="284988" y="25907"/>
                  </a:moveTo>
                  <a:lnTo>
                    <a:pt x="259079" y="25907"/>
                  </a:lnTo>
                  <a:lnTo>
                    <a:pt x="259079" y="51816"/>
                  </a:lnTo>
                  <a:lnTo>
                    <a:pt x="284988" y="51816"/>
                  </a:lnTo>
                  <a:lnTo>
                    <a:pt x="284988" y="25907"/>
                  </a:lnTo>
                  <a:close/>
                </a:path>
                <a:path w="7278370" h="78104">
                  <a:moveTo>
                    <a:pt x="336803" y="25907"/>
                  </a:moveTo>
                  <a:lnTo>
                    <a:pt x="310895" y="25907"/>
                  </a:lnTo>
                  <a:lnTo>
                    <a:pt x="310895" y="51816"/>
                  </a:lnTo>
                  <a:lnTo>
                    <a:pt x="336803" y="51816"/>
                  </a:lnTo>
                  <a:lnTo>
                    <a:pt x="336803" y="25907"/>
                  </a:lnTo>
                  <a:close/>
                </a:path>
                <a:path w="7278370" h="78104">
                  <a:moveTo>
                    <a:pt x="388619" y="25907"/>
                  </a:moveTo>
                  <a:lnTo>
                    <a:pt x="362711" y="25907"/>
                  </a:lnTo>
                  <a:lnTo>
                    <a:pt x="362711" y="51816"/>
                  </a:lnTo>
                  <a:lnTo>
                    <a:pt x="388619" y="51816"/>
                  </a:lnTo>
                  <a:lnTo>
                    <a:pt x="388619" y="25907"/>
                  </a:lnTo>
                  <a:close/>
                </a:path>
                <a:path w="7278370" h="78104">
                  <a:moveTo>
                    <a:pt x="440435" y="25907"/>
                  </a:moveTo>
                  <a:lnTo>
                    <a:pt x="414528" y="25907"/>
                  </a:lnTo>
                  <a:lnTo>
                    <a:pt x="414528" y="51816"/>
                  </a:lnTo>
                  <a:lnTo>
                    <a:pt x="440435" y="51816"/>
                  </a:lnTo>
                  <a:lnTo>
                    <a:pt x="440435" y="25907"/>
                  </a:lnTo>
                  <a:close/>
                </a:path>
                <a:path w="7278370" h="78104">
                  <a:moveTo>
                    <a:pt x="492252" y="25907"/>
                  </a:moveTo>
                  <a:lnTo>
                    <a:pt x="466344" y="25907"/>
                  </a:lnTo>
                  <a:lnTo>
                    <a:pt x="466344" y="51816"/>
                  </a:lnTo>
                  <a:lnTo>
                    <a:pt x="492252" y="51816"/>
                  </a:lnTo>
                  <a:lnTo>
                    <a:pt x="492252" y="25907"/>
                  </a:lnTo>
                  <a:close/>
                </a:path>
                <a:path w="7278370" h="78104">
                  <a:moveTo>
                    <a:pt x="544067" y="25907"/>
                  </a:moveTo>
                  <a:lnTo>
                    <a:pt x="518159" y="25907"/>
                  </a:lnTo>
                  <a:lnTo>
                    <a:pt x="518159" y="51816"/>
                  </a:lnTo>
                  <a:lnTo>
                    <a:pt x="544067" y="51816"/>
                  </a:lnTo>
                  <a:lnTo>
                    <a:pt x="544067" y="25907"/>
                  </a:lnTo>
                  <a:close/>
                </a:path>
                <a:path w="7278370" h="78104">
                  <a:moveTo>
                    <a:pt x="595884" y="25907"/>
                  </a:moveTo>
                  <a:lnTo>
                    <a:pt x="569975" y="25907"/>
                  </a:lnTo>
                  <a:lnTo>
                    <a:pt x="569975" y="51816"/>
                  </a:lnTo>
                  <a:lnTo>
                    <a:pt x="595884" y="51816"/>
                  </a:lnTo>
                  <a:lnTo>
                    <a:pt x="595884" y="25907"/>
                  </a:lnTo>
                  <a:close/>
                </a:path>
                <a:path w="7278370" h="78104">
                  <a:moveTo>
                    <a:pt x="647699" y="25907"/>
                  </a:moveTo>
                  <a:lnTo>
                    <a:pt x="621791" y="25907"/>
                  </a:lnTo>
                  <a:lnTo>
                    <a:pt x="621791" y="51816"/>
                  </a:lnTo>
                  <a:lnTo>
                    <a:pt x="647699" y="51816"/>
                  </a:lnTo>
                  <a:lnTo>
                    <a:pt x="647699" y="25907"/>
                  </a:lnTo>
                  <a:close/>
                </a:path>
                <a:path w="7278370" h="78104">
                  <a:moveTo>
                    <a:pt x="699516" y="25907"/>
                  </a:moveTo>
                  <a:lnTo>
                    <a:pt x="673608" y="25907"/>
                  </a:lnTo>
                  <a:lnTo>
                    <a:pt x="673608" y="51816"/>
                  </a:lnTo>
                  <a:lnTo>
                    <a:pt x="699516" y="51816"/>
                  </a:lnTo>
                  <a:lnTo>
                    <a:pt x="699516" y="25907"/>
                  </a:lnTo>
                  <a:close/>
                </a:path>
                <a:path w="7278370" h="78104">
                  <a:moveTo>
                    <a:pt x="751331" y="25907"/>
                  </a:moveTo>
                  <a:lnTo>
                    <a:pt x="725423" y="25907"/>
                  </a:lnTo>
                  <a:lnTo>
                    <a:pt x="725423" y="51816"/>
                  </a:lnTo>
                  <a:lnTo>
                    <a:pt x="751331" y="51816"/>
                  </a:lnTo>
                  <a:lnTo>
                    <a:pt x="751331" y="25907"/>
                  </a:lnTo>
                  <a:close/>
                </a:path>
                <a:path w="7278370" h="78104">
                  <a:moveTo>
                    <a:pt x="803147" y="25907"/>
                  </a:moveTo>
                  <a:lnTo>
                    <a:pt x="777240" y="25907"/>
                  </a:lnTo>
                  <a:lnTo>
                    <a:pt x="777240" y="51816"/>
                  </a:lnTo>
                  <a:lnTo>
                    <a:pt x="803147" y="51816"/>
                  </a:lnTo>
                  <a:lnTo>
                    <a:pt x="803147" y="25907"/>
                  </a:lnTo>
                  <a:close/>
                </a:path>
                <a:path w="7278370" h="78104">
                  <a:moveTo>
                    <a:pt x="854964" y="25907"/>
                  </a:moveTo>
                  <a:lnTo>
                    <a:pt x="829055" y="25907"/>
                  </a:lnTo>
                  <a:lnTo>
                    <a:pt x="829055" y="51816"/>
                  </a:lnTo>
                  <a:lnTo>
                    <a:pt x="854964" y="51816"/>
                  </a:lnTo>
                  <a:lnTo>
                    <a:pt x="854964" y="25907"/>
                  </a:lnTo>
                  <a:close/>
                </a:path>
                <a:path w="7278370" h="78104">
                  <a:moveTo>
                    <a:pt x="906779" y="25907"/>
                  </a:moveTo>
                  <a:lnTo>
                    <a:pt x="880872" y="25907"/>
                  </a:lnTo>
                  <a:lnTo>
                    <a:pt x="880872" y="51816"/>
                  </a:lnTo>
                  <a:lnTo>
                    <a:pt x="906779" y="51816"/>
                  </a:lnTo>
                  <a:lnTo>
                    <a:pt x="906779" y="25907"/>
                  </a:lnTo>
                  <a:close/>
                </a:path>
                <a:path w="7278370" h="78104">
                  <a:moveTo>
                    <a:pt x="958596" y="25907"/>
                  </a:moveTo>
                  <a:lnTo>
                    <a:pt x="932687" y="25907"/>
                  </a:lnTo>
                  <a:lnTo>
                    <a:pt x="932687" y="51816"/>
                  </a:lnTo>
                  <a:lnTo>
                    <a:pt x="958596" y="51816"/>
                  </a:lnTo>
                  <a:lnTo>
                    <a:pt x="958596" y="25907"/>
                  </a:lnTo>
                  <a:close/>
                </a:path>
                <a:path w="7278370" h="78104">
                  <a:moveTo>
                    <a:pt x="1010411" y="25907"/>
                  </a:moveTo>
                  <a:lnTo>
                    <a:pt x="984504" y="25907"/>
                  </a:lnTo>
                  <a:lnTo>
                    <a:pt x="984504" y="51816"/>
                  </a:lnTo>
                  <a:lnTo>
                    <a:pt x="1010411" y="51816"/>
                  </a:lnTo>
                  <a:lnTo>
                    <a:pt x="1010411" y="25907"/>
                  </a:lnTo>
                  <a:close/>
                </a:path>
                <a:path w="7278370" h="78104">
                  <a:moveTo>
                    <a:pt x="1062228" y="25907"/>
                  </a:moveTo>
                  <a:lnTo>
                    <a:pt x="1036319" y="25907"/>
                  </a:lnTo>
                  <a:lnTo>
                    <a:pt x="1036319" y="51816"/>
                  </a:lnTo>
                  <a:lnTo>
                    <a:pt x="1062228" y="51816"/>
                  </a:lnTo>
                  <a:lnTo>
                    <a:pt x="1062228" y="25907"/>
                  </a:lnTo>
                  <a:close/>
                </a:path>
                <a:path w="7278370" h="78104">
                  <a:moveTo>
                    <a:pt x="1114043" y="25907"/>
                  </a:moveTo>
                  <a:lnTo>
                    <a:pt x="1088136" y="25907"/>
                  </a:lnTo>
                  <a:lnTo>
                    <a:pt x="1088136" y="51816"/>
                  </a:lnTo>
                  <a:lnTo>
                    <a:pt x="1114043" y="51816"/>
                  </a:lnTo>
                  <a:lnTo>
                    <a:pt x="1114043" y="25907"/>
                  </a:lnTo>
                  <a:close/>
                </a:path>
                <a:path w="7278370" h="78104">
                  <a:moveTo>
                    <a:pt x="1165860" y="25907"/>
                  </a:moveTo>
                  <a:lnTo>
                    <a:pt x="1139952" y="25907"/>
                  </a:lnTo>
                  <a:lnTo>
                    <a:pt x="1139952" y="51816"/>
                  </a:lnTo>
                  <a:lnTo>
                    <a:pt x="1165860" y="51816"/>
                  </a:lnTo>
                  <a:lnTo>
                    <a:pt x="1165860" y="25907"/>
                  </a:lnTo>
                  <a:close/>
                </a:path>
                <a:path w="7278370" h="78104">
                  <a:moveTo>
                    <a:pt x="1217675" y="25907"/>
                  </a:moveTo>
                  <a:lnTo>
                    <a:pt x="1191767" y="25907"/>
                  </a:lnTo>
                  <a:lnTo>
                    <a:pt x="1191767" y="51816"/>
                  </a:lnTo>
                  <a:lnTo>
                    <a:pt x="1217675" y="51816"/>
                  </a:lnTo>
                  <a:lnTo>
                    <a:pt x="1217675" y="25907"/>
                  </a:lnTo>
                  <a:close/>
                </a:path>
                <a:path w="7278370" h="78104">
                  <a:moveTo>
                    <a:pt x="1269492" y="25907"/>
                  </a:moveTo>
                  <a:lnTo>
                    <a:pt x="1243584" y="25907"/>
                  </a:lnTo>
                  <a:lnTo>
                    <a:pt x="1243584" y="51816"/>
                  </a:lnTo>
                  <a:lnTo>
                    <a:pt x="1269492" y="51816"/>
                  </a:lnTo>
                  <a:lnTo>
                    <a:pt x="1269492" y="25907"/>
                  </a:lnTo>
                  <a:close/>
                </a:path>
                <a:path w="7278370" h="78104">
                  <a:moveTo>
                    <a:pt x="1321308" y="25907"/>
                  </a:moveTo>
                  <a:lnTo>
                    <a:pt x="1295399" y="25907"/>
                  </a:lnTo>
                  <a:lnTo>
                    <a:pt x="1295399" y="51816"/>
                  </a:lnTo>
                  <a:lnTo>
                    <a:pt x="1321308" y="51816"/>
                  </a:lnTo>
                  <a:lnTo>
                    <a:pt x="1321308" y="25907"/>
                  </a:lnTo>
                  <a:close/>
                </a:path>
                <a:path w="7278370" h="78104">
                  <a:moveTo>
                    <a:pt x="1373123" y="25907"/>
                  </a:moveTo>
                  <a:lnTo>
                    <a:pt x="1347216" y="25907"/>
                  </a:lnTo>
                  <a:lnTo>
                    <a:pt x="1347216" y="51816"/>
                  </a:lnTo>
                  <a:lnTo>
                    <a:pt x="1373123" y="51816"/>
                  </a:lnTo>
                  <a:lnTo>
                    <a:pt x="1373123" y="25907"/>
                  </a:lnTo>
                  <a:close/>
                </a:path>
                <a:path w="7278370" h="78104">
                  <a:moveTo>
                    <a:pt x="1424940" y="25907"/>
                  </a:moveTo>
                  <a:lnTo>
                    <a:pt x="1399031" y="25907"/>
                  </a:lnTo>
                  <a:lnTo>
                    <a:pt x="1399031" y="51816"/>
                  </a:lnTo>
                  <a:lnTo>
                    <a:pt x="1424940" y="51816"/>
                  </a:lnTo>
                  <a:lnTo>
                    <a:pt x="1424940" y="25907"/>
                  </a:lnTo>
                  <a:close/>
                </a:path>
                <a:path w="7278370" h="78104">
                  <a:moveTo>
                    <a:pt x="1476755" y="25907"/>
                  </a:moveTo>
                  <a:lnTo>
                    <a:pt x="1450848" y="25907"/>
                  </a:lnTo>
                  <a:lnTo>
                    <a:pt x="1450848" y="51816"/>
                  </a:lnTo>
                  <a:lnTo>
                    <a:pt x="1476755" y="51816"/>
                  </a:lnTo>
                  <a:lnTo>
                    <a:pt x="1476755" y="25907"/>
                  </a:lnTo>
                  <a:close/>
                </a:path>
                <a:path w="7278370" h="78104">
                  <a:moveTo>
                    <a:pt x="1528572" y="25907"/>
                  </a:moveTo>
                  <a:lnTo>
                    <a:pt x="1502664" y="25907"/>
                  </a:lnTo>
                  <a:lnTo>
                    <a:pt x="1502664" y="51816"/>
                  </a:lnTo>
                  <a:lnTo>
                    <a:pt x="1528572" y="51816"/>
                  </a:lnTo>
                  <a:lnTo>
                    <a:pt x="1528572" y="25907"/>
                  </a:lnTo>
                  <a:close/>
                </a:path>
                <a:path w="7278370" h="78104">
                  <a:moveTo>
                    <a:pt x="1580387" y="25907"/>
                  </a:moveTo>
                  <a:lnTo>
                    <a:pt x="1554480" y="25907"/>
                  </a:lnTo>
                  <a:lnTo>
                    <a:pt x="1554480" y="51816"/>
                  </a:lnTo>
                  <a:lnTo>
                    <a:pt x="1580387" y="51816"/>
                  </a:lnTo>
                  <a:lnTo>
                    <a:pt x="1580387" y="25907"/>
                  </a:lnTo>
                  <a:close/>
                </a:path>
                <a:path w="7278370" h="78104">
                  <a:moveTo>
                    <a:pt x="1632203" y="25907"/>
                  </a:moveTo>
                  <a:lnTo>
                    <a:pt x="1606296" y="25907"/>
                  </a:lnTo>
                  <a:lnTo>
                    <a:pt x="1606296" y="51816"/>
                  </a:lnTo>
                  <a:lnTo>
                    <a:pt x="1632203" y="51816"/>
                  </a:lnTo>
                  <a:lnTo>
                    <a:pt x="1632203" y="25907"/>
                  </a:lnTo>
                  <a:close/>
                </a:path>
                <a:path w="7278370" h="78104">
                  <a:moveTo>
                    <a:pt x="1684019" y="25907"/>
                  </a:moveTo>
                  <a:lnTo>
                    <a:pt x="1658112" y="25907"/>
                  </a:lnTo>
                  <a:lnTo>
                    <a:pt x="1658112" y="51816"/>
                  </a:lnTo>
                  <a:lnTo>
                    <a:pt x="1684019" y="51816"/>
                  </a:lnTo>
                  <a:lnTo>
                    <a:pt x="1684019" y="25907"/>
                  </a:lnTo>
                  <a:close/>
                </a:path>
                <a:path w="7278370" h="78104">
                  <a:moveTo>
                    <a:pt x="1735836" y="25907"/>
                  </a:moveTo>
                  <a:lnTo>
                    <a:pt x="1709927" y="25907"/>
                  </a:lnTo>
                  <a:lnTo>
                    <a:pt x="1709927" y="51816"/>
                  </a:lnTo>
                  <a:lnTo>
                    <a:pt x="1735836" y="51816"/>
                  </a:lnTo>
                  <a:lnTo>
                    <a:pt x="1735836" y="25907"/>
                  </a:lnTo>
                  <a:close/>
                </a:path>
                <a:path w="7278370" h="78104">
                  <a:moveTo>
                    <a:pt x="1787652" y="25907"/>
                  </a:moveTo>
                  <a:lnTo>
                    <a:pt x="1761743" y="25907"/>
                  </a:lnTo>
                  <a:lnTo>
                    <a:pt x="1761743" y="51816"/>
                  </a:lnTo>
                  <a:lnTo>
                    <a:pt x="1787652" y="51816"/>
                  </a:lnTo>
                  <a:lnTo>
                    <a:pt x="1787652" y="25907"/>
                  </a:lnTo>
                  <a:close/>
                </a:path>
                <a:path w="7278370" h="78104">
                  <a:moveTo>
                    <a:pt x="1839467" y="25907"/>
                  </a:moveTo>
                  <a:lnTo>
                    <a:pt x="1813560" y="25907"/>
                  </a:lnTo>
                  <a:lnTo>
                    <a:pt x="1813560" y="51816"/>
                  </a:lnTo>
                  <a:lnTo>
                    <a:pt x="1839467" y="51816"/>
                  </a:lnTo>
                  <a:lnTo>
                    <a:pt x="1839467" y="25907"/>
                  </a:lnTo>
                  <a:close/>
                </a:path>
                <a:path w="7278370" h="78104">
                  <a:moveTo>
                    <a:pt x="1891284" y="25907"/>
                  </a:moveTo>
                  <a:lnTo>
                    <a:pt x="1865376" y="25907"/>
                  </a:lnTo>
                  <a:lnTo>
                    <a:pt x="1865376" y="51816"/>
                  </a:lnTo>
                  <a:lnTo>
                    <a:pt x="1891284" y="51816"/>
                  </a:lnTo>
                  <a:lnTo>
                    <a:pt x="1891284" y="25907"/>
                  </a:lnTo>
                  <a:close/>
                </a:path>
                <a:path w="7278370" h="78104">
                  <a:moveTo>
                    <a:pt x="1943100" y="25907"/>
                  </a:moveTo>
                  <a:lnTo>
                    <a:pt x="1917191" y="25907"/>
                  </a:lnTo>
                  <a:lnTo>
                    <a:pt x="1917191" y="51816"/>
                  </a:lnTo>
                  <a:lnTo>
                    <a:pt x="1943100" y="51816"/>
                  </a:lnTo>
                  <a:lnTo>
                    <a:pt x="1943100" y="25907"/>
                  </a:lnTo>
                  <a:close/>
                </a:path>
                <a:path w="7278370" h="78104">
                  <a:moveTo>
                    <a:pt x="1994915" y="25907"/>
                  </a:moveTo>
                  <a:lnTo>
                    <a:pt x="1969008" y="25907"/>
                  </a:lnTo>
                  <a:lnTo>
                    <a:pt x="1969008" y="51816"/>
                  </a:lnTo>
                  <a:lnTo>
                    <a:pt x="1994915" y="51816"/>
                  </a:lnTo>
                  <a:lnTo>
                    <a:pt x="1994915" y="25907"/>
                  </a:lnTo>
                  <a:close/>
                </a:path>
                <a:path w="7278370" h="78104">
                  <a:moveTo>
                    <a:pt x="2046731" y="25907"/>
                  </a:moveTo>
                  <a:lnTo>
                    <a:pt x="2020824" y="25907"/>
                  </a:lnTo>
                  <a:lnTo>
                    <a:pt x="2020824" y="51816"/>
                  </a:lnTo>
                  <a:lnTo>
                    <a:pt x="2046731" y="51816"/>
                  </a:lnTo>
                  <a:lnTo>
                    <a:pt x="2046731" y="25907"/>
                  </a:lnTo>
                  <a:close/>
                </a:path>
                <a:path w="7278370" h="78104">
                  <a:moveTo>
                    <a:pt x="2098548" y="25907"/>
                  </a:moveTo>
                  <a:lnTo>
                    <a:pt x="2072639" y="25907"/>
                  </a:lnTo>
                  <a:lnTo>
                    <a:pt x="2072639" y="51816"/>
                  </a:lnTo>
                  <a:lnTo>
                    <a:pt x="2098548" y="51816"/>
                  </a:lnTo>
                  <a:lnTo>
                    <a:pt x="2098548" y="25907"/>
                  </a:lnTo>
                  <a:close/>
                </a:path>
                <a:path w="7278370" h="78104">
                  <a:moveTo>
                    <a:pt x="2150364" y="25907"/>
                  </a:moveTo>
                  <a:lnTo>
                    <a:pt x="2124455" y="25907"/>
                  </a:lnTo>
                  <a:lnTo>
                    <a:pt x="2124455" y="51816"/>
                  </a:lnTo>
                  <a:lnTo>
                    <a:pt x="2150364" y="51816"/>
                  </a:lnTo>
                  <a:lnTo>
                    <a:pt x="2150364" y="25907"/>
                  </a:lnTo>
                  <a:close/>
                </a:path>
                <a:path w="7278370" h="78104">
                  <a:moveTo>
                    <a:pt x="2202179" y="25907"/>
                  </a:moveTo>
                  <a:lnTo>
                    <a:pt x="2176271" y="25907"/>
                  </a:lnTo>
                  <a:lnTo>
                    <a:pt x="2176271" y="51816"/>
                  </a:lnTo>
                  <a:lnTo>
                    <a:pt x="2202179" y="51816"/>
                  </a:lnTo>
                  <a:lnTo>
                    <a:pt x="2202179" y="25907"/>
                  </a:lnTo>
                  <a:close/>
                </a:path>
                <a:path w="7278370" h="78104">
                  <a:moveTo>
                    <a:pt x="2253995" y="25907"/>
                  </a:moveTo>
                  <a:lnTo>
                    <a:pt x="2228088" y="25907"/>
                  </a:lnTo>
                  <a:lnTo>
                    <a:pt x="2228088" y="51816"/>
                  </a:lnTo>
                  <a:lnTo>
                    <a:pt x="2253995" y="51816"/>
                  </a:lnTo>
                  <a:lnTo>
                    <a:pt x="2253995" y="25907"/>
                  </a:lnTo>
                  <a:close/>
                </a:path>
                <a:path w="7278370" h="78104">
                  <a:moveTo>
                    <a:pt x="2305812" y="25907"/>
                  </a:moveTo>
                  <a:lnTo>
                    <a:pt x="2279904" y="25907"/>
                  </a:lnTo>
                  <a:lnTo>
                    <a:pt x="2279904" y="51816"/>
                  </a:lnTo>
                  <a:lnTo>
                    <a:pt x="2305812" y="51816"/>
                  </a:lnTo>
                  <a:lnTo>
                    <a:pt x="2305812" y="25907"/>
                  </a:lnTo>
                  <a:close/>
                </a:path>
                <a:path w="7278370" h="78104">
                  <a:moveTo>
                    <a:pt x="2357628" y="25907"/>
                  </a:moveTo>
                  <a:lnTo>
                    <a:pt x="2331719" y="25907"/>
                  </a:lnTo>
                  <a:lnTo>
                    <a:pt x="2331719" y="51816"/>
                  </a:lnTo>
                  <a:lnTo>
                    <a:pt x="2357628" y="51816"/>
                  </a:lnTo>
                  <a:lnTo>
                    <a:pt x="2357628" y="25907"/>
                  </a:lnTo>
                  <a:close/>
                </a:path>
                <a:path w="7278370" h="78104">
                  <a:moveTo>
                    <a:pt x="2409443" y="25907"/>
                  </a:moveTo>
                  <a:lnTo>
                    <a:pt x="2383536" y="25907"/>
                  </a:lnTo>
                  <a:lnTo>
                    <a:pt x="2383536" y="51816"/>
                  </a:lnTo>
                  <a:lnTo>
                    <a:pt x="2409443" y="51816"/>
                  </a:lnTo>
                  <a:lnTo>
                    <a:pt x="2409443" y="25907"/>
                  </a:lnTo>
                  <a:close/>
                </a:path>
                <a:path w="7278370" h="78104">
                  <a:moveTo>
                    <a:pt x="2461259" y="25907"/>
                  </a:moveTo>
                  <a:lnTo>
                    <a:pt x="2435352" y="25907"/>
                  </a:lnTo>
                  <a:lnTo>
                    <a:pt x="2435352" y="51816"/>
                  </a:lnTo>
                  <a:lnTo>
                    <a:pt x="2461259" y="51816"/>
                  </a:lnTo>
                  <a:lnTo>
                    <a:pt x="2461259" y="25907"/>
                  </a:lnTo>
                  <a:close/>
                </a:path>
                <a:path w="7278370" h="78104">
                  <a:moveTo>
                    <a:pt x="2513076" y="25907"/>
                  </a:moveTo>
                  <a:lnTo>
                    <a:pt x="2487167" y="25907"/>
                  </a:lnTo>
                  <a:lnTo>
                    <a:pt x="2487167" y="51816"/>
                  </a:lnTo>
                  <a:lnTo>
                    <a:pt x="2513076" y="51816"/>
                  </a:lnTo>
                  <a:lnTo>
                    <a:pt x="2513076" y="25907"/>
                  </a:lnTo>
                  <a:close/>
                </a:path>
                <a:path w="7278370" h="78104">
                  <a:moveTo>
                    <a:pt x="2564891" y="25907"/>
                  </a:moveTo>
                  <a:lnTo>
                    <a:pt x="2538983" y="25907"/>
                  </a:lnTo>
                  <a:lnTo>
                    <a:pt x="2538983" y="51816"/>
                  </a:lnTo>
                  <a:lnTo>
                    <a:pt x="2564891" y="51816"/>
                  </a:lnTo>
                  <a:lnTo>
                    <a:pt x="2564891" y="25907"/>
                  </a:lnTo>
                  <a:close/>
                </a:path>
                <a:path w="7278370" h="78104">
                  <a:moveTo>
                    <a:pt x="2616707" y="25907"/>
                  </a:moveTo>
                  <a:lnTo>
                    <a:pt x="2590800" y="25907"/>
                  </a:lnTo>
                  <a:lnTo>
                    <a:pt x="2590800" y="51816"/>
                  </a:lnTo>
                  <a:lnTo>
                    <a:pt x="2616707" y="51816"/>
                  </a:lnTo>
                  <a:lnTo>
                    <a:pt x="2616707" y="25907"/>
                  </a:lnTo>
                  <a:close/>
                </a:path>
                <a:path w="7278370" h="78104">
                  <a:moveTo>
                    <a:pt x="2668524" y="25907"/>
                  </a:moveTo>
                  <a:lnTo>
                    <a:pt x="2642616" y="25907"/>
                  </a:lnTo>
                  <a:lnTo>
                    <a:pt x="2642616" y="51816"/>
                  </a:lnTo>
                  <a:lnTo>
                    <a:pt x="2668524" y="51816"/>
                  </a:lnTo>
                  <a:lnTo>
                    <a:pt x="2668524" y="25907"/>
                  </a:lnTo>
                  <a:close/>
                </a:path>
                <a:path w="7278370" h="78104">
                  <a:moveTo>
                    <a:pt x="2720340" y="25907"/>
                  </a:moveTo>
                  <a:lnTo>
                    <a:pt x="2694431" y="25907"/>
                  </a:lnTo>
                  <a:lnTo>
                    <a:pt x="2694431" y="51816"/>
                  </a:lnTo>
                  <a:lnTo>
                    <a:pt x="2720340" y="51816"/>
                  </a:lnTo>
                  <a:lnTo>
                    <a:pt x="2720340" y="25907"/>
                  </a:lnTo>
                  <a:close/>
                </a:path>
                <a:path w="7278370" h="78104">
                  <a:moveTo>
                    <a:pt x="2772155" y="25907"/>
                  </a:moveTo>
                  <a:lnTo>
                    <a:pt x="2746247" y="25907"/>
                  </a:lnTo>
                  <a:lnTo>
                    <a:pt x="2746247" y="51816"/>
                  </a:lnTo>
                  <a:lnTo>
                    <a:pt x="2772155" y="51816"/>
                  </a:lnTo>
                  <a:lnTo>
                    <a:pt x="2772155" y="25907"/>
                  </a:lnTo>
                  <a:close/>
                </a:path>
                <a:path w="7278370" h="78104">
                  <a:moveTo>
                    <a:pt x="2823971" y="25907"/>
                  </a:moveTo>
                  <a:lnTo>
                    <a:pt x="2798064" y="25907"/>
                  </a:lnTo>
                  <a:lnTo>
                    <a:pt x="2798064" y="51816"/>
                  </a:lnTo>
                  <a:lnTo>
                    <a:pt x="2823971" y="51816"/>
                  </a:lnTo>
                  <a:lnTo>
                    <a:pt x="2823971" y="25907"/>
                  </a:lnTo>
                  <a:close/>
                </a:path>
                <a:path w="7278370" h="78104">
                  <a:moveTo>
                    <a:pt x="2875788" y="25907"/>
                  </a:moveTo>
                  <a:lnTo>
                    <a:pt x="2849879" y="25907"/>
                  </a:lnTo>
                  <a:lnTo>
                    <a:pt x="2849879" y="51816"/>
                  </a:lnTo>
                  <a:lnTo>
                    <a:pt x="2875788" y="51816"/>
                  </a:lnTo>
                  <a:lnTo>
                    <a:pt x="2875788" y="25907"/>
                  </a:lnTo>
                  <a:close/>
                </a:path>
                <a:path w="7278370" h="78104">
                  <a:moveTo>
                    <a:pt x="2927604" y="25907"/>
                  </a:moveTo>
                  <a:lnTo>
                    <a:pt x="2901695" y="25907"/>
                  </a:lnTo>
                  <a:lnTo>
                    <a:pt x="2901695" y="51816"/>
                  </a:lnTo>
                  <a:lnTo>
                    <a:pt x="2927604" y="51816"/>
                  </a:lnTo>
                  <a:lnTo>
                    <a:pt x="2927604" y="25907"/>
                  </a:lnTo>
                  <a:close/>
                </a:path>
                <a:path w="7278370" h="78104">
                  <a:moveTo>
                    <a:pt x="2979419" y="25907"/>
                  </a:moveTo>
                  <a:lnTo>
                    <a:pt x="2953512" y="25907"/>
                  </a:lnTo>
                  <a:lnTo>
                    <a:pt x="2953512" y="51816"/>
                  </a:lnTo>
                  <a:lnTo>
                    <a:pt x="2979419" y="51816"/>
                  </a:lnTo>
                  <a:lnTo>
                    <a:pt x="2979419" y="25907"/>
                  </a:lnTo>
                  <a:close/>
                </a:path>
                <a:path w="7278370" h="78104">
                  <a:moveTo>
                    <a:pt x="3031236" y="25907"/>
                  </a:moveTo>
                  <a:lnTo>
                    <a:pt x="3005328" y="25907"/>
                  </a:lnTo>
                  <a:lnTo>
                    <a:pt x="3005328" y="51816"/>
                  </a:lnTo>
                  <a:lnTo>
                    <a:pt x="3031236" y="51816"/>
                  </a:lnTo>
                  <a:lnTo>
                    <a:pt x="3031236" y="25907"/>
                  </a:lnTo>
                  <a:close/>
                </a:path>
                <a:path w="7278370" h="78104">
                  <a:moveTo>
                    <a:pt x="3083052" y="25907"/>
                  </a:moveTo>
                  <a:lnTo>
                    <a:pt x="3057143" y="25907"/>
                  </a:lnTo>
                  <a:lnTo>
                    <a:pt x="3057143" y="51816"/>
                  </a:lnTo>
                  <a:lnTo>
                    <a:pt x="3083052" y="51816"/>
                  </a:lnTo>
                  <a:lnTo>
                    <a:pt x="3083052" y="25907"/>
                  </a:lnTo>
                  <a:close/>
                </a:path>
                <a:path w="7278370" h="78104">
                  <a:moveTo>
                    <a:pt x="3134867" y="25907"/>
                  </a:moveTo>
                  <a:lnTo>
                    <a:pt x="3108959" y="25907"/>
                  </a:lnTo>
                  <a:lnTo>
                    <a:pt x="3108959" y="51816"/>
                  </a:lnTo>
                  <a:lnTo>
                    <a:pt x="3134867" y="51816"/>
                  </a:lnTo>
                  <a:lnTo>
                    <a:pt x="3134867" y="25907"/>
                  </a:lnTo>
                  <a:close/>
                </a:path>
                <a:path w="7278370" h="78104">
                  <a:moveTo>
                    <a:pt x="3186683" y="25907"/>
                  </a:moveTo>
                  <a:lnTo>
                    <a:pt x="3160776" y="25907"/>
                  </a:lnTo>
                  <a:lnTo>
                    <a:pt x="3160776" y="51816"/>
                  </a:lnTo>
                  <a:lnTo>
                    <a:pt x="3186683" y="51816"/>
                  </a:lnTo>
                  <a:lnTo>
                    <a:pt x="3186683" y="25907"/>
                  </a:lnTo>
                  <a:close/>
                </a:path>
                <a:path w="7278370" h="78104">
                  <a:moveTo>
                    <a:pt x="3238500" y="25907"/>
                  </a:moveTo>
                  <a:lnTo>
                    <a:pt x="3212591" y="25907"/>
                  </a:lnTo>
                  <a:lnTo>
                    <a:pt x="3212591" y="51816"/>
                  </a:lnTo>
                  <a:lnTo>
                    <a:pt x="3238500" y="51816"/>
                  </a:lnTo>
                  <a:lnTo>
                    <a:pt x="3238500" y="25907"/>
                  </a:lnTo>
                  <a:close/>
                </a:path>
                <a:path w="7278370" h="78104">
                  <a:moveTo>
                    <a:pt x="3290316" y="25907"/>
                  </a:moveTo>
                  <a:lnTo>
                    <a:pt x="3264407" y="25907"/>
                  </a:lnTo>
                  <a:lnTo>
                    <a:pt x="3264407" y="51816"/>
                  </a:lnTo>
                  <a:lnTo>
                    <a:pt x="3290316" y="51816"/>
                  </a:lnTo>
                  <a:lnTo>
                    <a:pt x="3290316" y="25907"/>
                  </a:lnTo>
                  <a:close/>
                </a:path>
                <a:path w="7278370" h="78104">
                  <a:moveTo>
                    <a:pt x="3342131" y="25907"/>
                  </a:moveTo>
                  <a:lnTo>
                    <a:pt x="3316224" y="25907"/>
                  </a:lnTo>
                  <a:lnTo>
                    <a:pt x="3316224" y="51816"/>
                  </a:lnTo>
                  <a:lnTo>
                    <a:pt x="3342131" y="51816"/>
                  </a:lnTo>
                  <a:lnTo>
                    <a:pt x="3342131" y="25907"/>
                  </a:lnTo>
                  <a:close/>
                </a:path>
                <a:path w="7278370" h="78104">
                  <a:moveTo>
                    <a:pt x="3393947" y="25907"/>
                  </a:moveTo>
                  <a:lnTo>
                    <a:pt x="3368040" y="25907"/>
                  </a:lnTo>
                  <a:lnTo>
                    <a:pt x="3368040" y="51816"/>
                  </a:lnTo>
                  <a:lnTo>
                    <a:pt x="3393947" y="51816"/>
                  </a:lnTo>
                  <a:lnTo>
                    <a:pt x="3393947" y="25907"/>
                  </a:lnTo>
                  <a:close/>
                </a:path>
                <a:path w="7278370" h="78104">
                  <a:moveTo>
                    <a:pt x="3445764" y="25907"/>
                  </a:moveTo>
                  <a:lnTo>
                    <a:pt x="3419855" y="25907"/>
                  </a:lnTo>
                  <a:lnTo>
                    <a:pt x="3419855" y="51816"/>
                  </a:lnTo>
                  <a:lnTo>
                    <a:pt x="3445764" y="51816"/>
                  </a:lnTo>
                  <a:lnTo>
                    <a:pt x="3445764" y="25907"/>
                  </a:lnTo>
                  <a:close/>
                </a:path>
                <a:path w="7278370" h="78104">
                  <a:moveTo>
                    <a:pt x="3497579" y="25907"/>
                  </a:moveTo>
                  <a:lnTo>
                    <a:pt x="3471671" y="25907"/>
                  </a:lnTo>
                  <a:lnTo>
                    <a:pt x="3471671" y="51816"/>
                  </a:lnTo>
                  <a:lnTo>
                    <a:pt x="3497579" y="51816"/>
                  </a:lnTo>
                  <a:lnTo>
                    <a:pt x="3497579" y="25907"/>
                  </a:lnTo>
                  <a:close/>
                </a:path>
                <a:path w="7278370" h="78104">
                  <a:moveTo>
                    <a:pt x="3549395" y="25907"/>
                  </a:moveTo>
                  <a:lnTo>
                    <a:pt x="3523488" y="25907"/>
                  </a:lnTo>
                  <a:lnTo>
                    <a:pt x="3523488" y="51816"/>
                  </a:lnTo>
                  <a:lnTo>
                    <a:pt x="3549395" y="51816"/>
                  </a:lnTo>
                  <a:lnTo>
                    <a:pt x="3549395" y="25907"/>
                  </a:lnTo>
                  <a:close/>
                </a:path>
                <a:path w="7278370" h="78104">
                  <a:moveTo>
                    <a:pt x="3601212" y="25907"/>
                  </a:moveTo>
                  <a:lnTo>
                    <a:pt x="3575304" y="25907"/>
                  </a:lnTo>
                  <a:lnTo>
                    <a:pt x="3575304" y="51816"/>
                  </a:lnTo>
                  <a:lnTo>
                    <a:pt x="3601212" y="51816"/>
                  </a:lnTo>
                  <a:lnTo>
                    <a:pt x="3601212" y="25907"/>
                  </a:lnTo>
                  <a:close/>
                </a:path>
                <a:path w="7278370" h="78104">
                  <a:moveTo>
                    <a:pt x="3653028" y="25907"/>
                  </a:moveTo>
                  <a:lnTo>
                    <a:pt x="3627119" y="25907"/>
                  </a:lnTo>
                  <a:lnTo>
                    <a:pt x="3627119" y="51816"/>
                  </a:lnTo>
                  <a:lnTo>
                    <a:pt x="3653028" y="51816"/>
                  </a:lnTo>
                  <a:lnTo>
                    <a:pt x="3653028" y="25907"/>
                  </a:lnTo>
                  <a:close/>
                </a:path>
                <a:path w="7278370" h="78104">
                  <a:moveTo>
                    <a:pt x="3704843" y="25907"/>
                  </a:moveTo>
                  <a:lnTo>
                    <a:pt x="3678936" y="25907"/>
                  </a:lnTo>
                  <a:lnTo>
                    <a:pt x="3678936" y="51816"/>
                  </a:lnTo>
                  <a:lnTo>
                    <a:pt x="3704843" y="51816"/>
                  </a:lnTo>
                  <a:lnTo>
                    <a:pt x="3704843" y="25907"/>
                  </a:lnTo>
                  <a:close/>
                </a:path>
                <a:path w="7278370" h="78104">
                  <a:moveTo>
                    <a:pt x="3756659" y="25907"/>
                  </a:moveTo>
                  <a:lnTo>
                    <a:pt x="3730752" y="25907"/>
                  </a:lnTo>
                  <a:lnTo>
                    <a:pt x="3730752" y="51816"/>
                  </a:lnTo>
                  <a:lnTo>
                    <a:pt x="3756659" y="51816"/>
                  </a:lnTo>
                  <a:lnTo>
                    <a:pt x="3756659" y="25907"/>
                  </a:lnTo>
                  <a:close/>
                </a:path>
                <a:path w="7278370" h="78104">
                  <a:moveTo>
                    <a:pt x="3808476" y="25907"/>
                  </a:moveTo>
                  <a:lnTo>
                    <a:pt x="3782567" y="25907"/>
                  </a:lnTo>
                  <a:lnTo>
                    <a:pt x="3782567" y="51816"/>
                  </a:lnTo>
                  <a:lnTo>
                    <a:pt x="3808476" y="51816"/>
                  </a:lnTo>
                  <a:lnTo>
                    <a:pt x="3808476" y="25907"/>
                  </a:lnTo>
                  <a:close/>
                </a:path>
                <a:path w="7278370" h="78104">
                  <a:moveTo>
                    <a:pt x="3860291" y="25907"/>
                  </a:moveTo>
                  <a:lnTo>
                    <a:pt x="3834383" y="25907"/>
                  </a:lnTo>
                  <a:lnTo>
                    <a:pt x="3834383" y="51816"/>
                  </a:lnTo>
                  <a:lnTo>
                    <a:pt x="3860291" y="51816"/>
                  </a:lnTo>
                  <a:lnTo>
                    <a:pt x="3860291" y="25907"/>
                  </a:lnTo>
                  <a:close/>
                </a:path>
                <a:path w="7278370" h="78104">
                  <a:moveTo>
                    <a:pt x="3912107" y="25907"/>
                  </a:moveTo>
                  <a:lnTo>
                    <a:pt x="3886200" y="25907"/>
                  </a:lnTo>
                  <a:lnTo>
                    <a:pt x="3886200" y="51816"/>
                  </a:lnTo>
                  <a:lnTo>
                    <a:pt x="3912107" y="51816"/>
                  </a:lnTo>
                  <a:lnTo>
                    <a:pt x="3912107" y="25907"/>
                  </a:lnTo>
                  <a:close/>
                </a:path>
                <a:path w="7278370" h="78104">
                  <a:moveTo>
                    <a:pt x="3963924" y="25907"/>
                  </a:moveTo>
                  <a:lnTo>
                    <a:pt x="3938016" y="25907"/>
                  </a:lnTo>
                  <a:lnTo>
                    <a:pt x="3938016" y="51816"/>
                  </a:lnTo>
                  <a:lnTo>
                    <a:pt x="3963924" y="51816"/>
                  </a:lnTo>
                  <a:lnTo>
                    <a:pt x="3963924" y="25907"/>
                  </a:lnTo>
                  <a:close/>
                </a:path>
                <a:path w="7278370" h="78104">
                  <a:moveTo>
                    <a:pt x="4015740" y="25907"/>
                  </a:moveTo>
                  <a:lnTo>
                    <a:pt x="3989831" y="25907"/>
                  </a:lnTo>
                  <a:lnTo>
                    <a:pt x="3989831" y="51816"/>
                  </a:lnTo>
                  <a:lnTo>
                    <a:pt x="4015740" y="51816"/>
                  </a:lnTo>
                  <a:lnTo>
                    <a:pt x="4015740" y="25907"/>
                  </a:lnTo>
                  <a:close/>
                </a:path>
                <a:path w="7278370" h="78104">
                  <a:moveTo>
                    <a:pt x="4067555" y="25907"/>
                  </a:moveTo>
                  <a:lnTo>
                    <a:pt x="4041647" y="25907"/>
                  </a:lnTo>
                  <a:lnTo>
                    <a:pt x="4041647" y="51816"/>
                  </a:lnTo>
                  <a:lnTo>
                    <a:pt x="4067555" y="51816"/>
                  </a:lnTo>
                  <a:lnTo>
                    <a:pt x="4067555" y="25907"/>
                  </a:lnTo>
                  <a:close/>
                </a:path>
                <a:path w="7278370" h="78104">
                  <a:moveTo>
                    <a:pt x="4119371" y="25907"/>
                  </a:moveTo>
                  <a:lnTo>
                    <a:pt x="4093464" y="25907"/>
                  </a:lnTo>
                  <a:lnTo>
                    <a:pt x="4093464" y="51816"/>
                  </a:lnTo>
                  <a:lnTo>
                    <a:pt x="4119371" y="51816"/>
                  </a:lnTo>
                  <a:lnTo>
                    <a:pt x="4119371" y="25907"/>
                  </a:lnTo>
                  <a:close/>
                </a:path>
                <a:path w="7278370" h="78104">
                  <a:moveTo>
                    <a:pt x="4171188" y="25907"/>
                  </a:moveTo>
                  <a:lnTo>
                    <a:pt x="4145279" y="25907"/>
                  </a:lnTo>
                  <a:lnTo>
                    <a:pt x="4145279" y="51816"/>
                  </a:lnTo>
                  <a:lnTo>
                    <a:pt x="4171188" y="51816"/>
                  </a:lnTo>
                  <a:lnTo>
                    <a:pt x="4171188" y="25907"/>
                  </a:lnTo>
                  <a:close/>
                </a:path>
                <a:path w="7278370" h="78104">
                  <a:moveTo>
                    <a:pt x="4223004" y="25907"/>
                  </a:moveTo>
                  <a:lnTo>
                    <a:pt x="4197095" y="25907"/>
                  </a:lnTo>
                  <a:lnTo>
                    <a:pt x="4197095" y="51816"/>
                  </a:lnTo>
                  <a:lnTo>
                    <a:pt x="4223004" y="51816"/>
                  </a:lnTo>
                  <a:lnTo>
                    <a:pt x="4223004" y="25907"/>
                  </a:lnTo>
                  <a:close/>
                </a:path>
                <a:path w="7278370" h="78104">
                  <a:moveTo>
                    <a:pt x="4274820" y="25907"/>
                  </a:moveTo>
                  <a:lnTo>
                    <a:pt x="4248912" y="25907"/>
                  </a:lnTo>
                  <a:lnTo>
                    <a:pt x="4248912" y="51816"/>
                  </a:lnTo>
                  <a:lnTo>
                    <a:pt x="4274820" y="51816"/>
                  </a:lnTo>
                  <a:lnTo>
                    <a:pt x="4274820" y="25907"/>
                  </a:lnTo>
                  <a:close/>
                </a:path>
                <a:path w="7278370" h="78104">
                  <a:moveTo>
                    <a:pt x="4326636" y="25907"/>
                  </a:moveTo>
                  <a:lnTo>
                    <a:pt x="4300728" y="25907"/>
                  </a:lnTo>
                  <a:lnTo>
                    <a:pt x="4300728" y="51816"/>
                  </a:lnTo>
                  <a:lnTo>
                    <a:pt x="4326636" y="51816"/>
                  </a:lnTo>
                  <a:lnTo>
                    <a:pt x="4326636" y="25907"/>
                  </a:lnTo>
                  <a:close/>
                </a:path>
                <a:path w="7278370" h="78104">
                  <a:moveTo>
                    <a:pt x="4378452" y="25907"/>
                  </a:moveTo>
                  <a:lnTo>
                    <a:pt x="4352544" y="25907"/>
                  </a:lnTo>
                  <a:lnTo>
                    <a:pt x="4352544" y="51816"/>
                  </a:lnTo>
                  <a:lnTo>
                    <a:pt x="4378452" y="51816"/>
                  </a:lnTo>
                  <a:lnTo>
                    <a:pt x="4378452" y="25907"/>
                  </a:lnTo>
                  <a:close/>
                </a:path>
                <a:path w="7278370" h="78104">
                  <a:moveTo>
                    <a:pt x="4430268" y="25907"/>
                  </a:moveTo>
                  <a:lnTo>
                    <a:pt x="4404359" y="25907"/>
                  </a:lnTo>
                  <a:lnTo>
                    <a:pt x="4404359" y="51816"/>
                  </a:lnTo>
                  <a:lnTo>
                    <a:pt x="4430268" y="51816"/>
                  </a:lnTo>
                  <a:lnTo>
                    <a:pt x="4430268" y="25907"/>
                  </a:lnTo>
                  <a:close/>
                </a:path>
                <a:path w="7278370" h="78104">
                  <a:moveTo>
                    <a:pt x="4482083" y="25907"/>
                  </a:moveTo>
                  <a:lnTo>
                    <a:pt x="4456176" y="25907"/>
                  </a:lnTo>
                  <a:lnTo>
                    <a:pt x="4456176" y="51816"/>
                  </a:lnTo>
                  <a:lnTo>
                    <a:pt x="4482083" y="51816"/>
                  </a:lnTo>
                  <a:lnTo>
                    <a:pt x="4482083" y="25907"/>
                  </a:lnTo>
                  <a:close/>
                </a:path>
                <a:path w="7278370" h="78104">
                  <a:moveTo>
                    <a:pt x="4533900" y="25907"/>
                  </a:moveTo>
                  <a:lnTo>
                    <a:pt x="4507992" y="25907"/>
                  </a:lnTo>
                  <a:lnTo>
                    <a:pt x="4507992" y="51816"/>
                  </a:lnTo>
                  <a:lnTo>
                    <a:pt x="4533900" y="51816"/>
                  </a:lnTo>
                  <a:lnTo>
                    <a:pt x="4533900" y="25907"/>
                  </a:lnTo>
                  <a:close/>
                </a:path>
                <a:path w="7278370" h="78104">
                  <a:moveTo>
                    <a:pt x="4585716" y="25907"/>
                  </a:moveTo>
                  <a:lnTo>
                    <a:pt x="4559808" y="25907"/>
                  </a:lnTo>
                  <a:lnTo>
                    <a:pt x="4559808" y="51816"/>
                  </a:lnTo>
                  <a:lnTo>
                    <a:pt x="4585716" y="51816"/>
                  </a:lnTo>
                  <a:lnTo>
                    <a:pt x="4585716" y="25907"/>
                  </a:lnTo>
                  <a:close/>
                </a:path>
                <a:path w="7278370" h="78104">
                  <a:moveTo>
                    <a:pt x="4637532" y="25907"/>
                  </a:moveTo>
                  <a:lnTo>
                    <a:pt x="4611624" y="25907"/>
                  </a:lnTo>
                  <a:lnTo>
                    <a:pt x="4611624" y="51816"/>
                  </a:lnTo>
                  <a:lnTo>
                    <a:pt x="4637532" y="51816"/>
                  </a:lnTo>
                  <a:lnTo>
                    <a:pt x="4637532" y="25907"/>
                  </a:lnTo>
                  <a:close/>
                </a:path>
                <a:path w="7278370" h="78104">
                  <a:moveTo>
                    <a:pt x="4689347" y="25907"/>
                  </a:moveTo>
                  <a:lnTo>
                    <a:pt x="4663440" y="25907"/>
                  </a:lnTo>
                  <a:lnTo>
                    <a:pt x="4663440" y="51816"/>
                  </a:lnTo>
                  <a:lnTo>
                    <a:pt x="4689347" y="51816"/>
                  </a:lnTo>
                  <a:lnTo>
                    <a:pt x="4689347" y="25907"/>
                  </a:lnTo>
                  <a:close/>
                </a:path>
                <a:path w="7278370" h="78104">
                  <a:moveTo>
                    <a:pt x="4741164" y="25907"/>
                  </a:moveTo>
                  <a:lnTo>
                    <a:pt x="4715256" y="25907"/>
                  </a:lnTo>
                  <a:lnTo>
                    <a:pt x="4715256" y="51816"/>
                  </a:lnTo>
                  <a:lnTo>
                    <a:pt x="4741164" y="51816"/>
                  </a:lnTo>
                  <a:lnTo>
                    <a:pt x="4741164" y="25907"/>
                  </a:lnTo>
                  <a:close/>
                </a:path>
                <a:path w="7278370" h="78104">
                  <a:moveTo>
                    <a:pt x="4792980" y="25907"/>
                  </a:moveTo>
                  <a:lnTo>
                    <a:pt x="4767071" y="25907"/>
                  </a:lnTo>
                  <a:lnTo>
                    <a:pt x="4767071" y="51816"/>
                  </a:lnTo>
                  <a:lnTo>
                    <a:pt x="4792980" y="51816"/>
                  </a:lnTo>
                  <a:lnTo>
                    <a:pt x="4792980" y="25907"/>
                  </a:lnTo>
                  <a:close/>
                </a:path>
                <a:path w="7278370" h="78104">
                  <a:moveTo>
                    <a:pt x="4844795" y="25907"/>
                  </a:moveTo>
                  <a:lnTo>
                    <a:pt x="4818888" y="25907"/>
                  </a:lnTo>
                  <a:lnTo>
                    <a:pt x="4818888" y="51816"/>
                  </a:lnTo>
                  <a:lnTo>
                    <a:pt x="4844795" y="51816"/>
                  </a:lnTo>
                  <a:lnTo>
                    <a:pt x="4844795" y="25907"/>
                  </a:lnTo>
                  <a:close/>
                </a:path>
                <a:path w="7278370" h="78104">
                  <a:moveTo>
                    <a:pt x="4896612" y="25907"/>
                  </a:moveTo>
                  <a:lnTo>
                    <a:pt x="4870704" y="25907"/>
                  </a:lnTo>
                  <a:lnTo>
                    <a:pt x="4870704" y="51816"/>
                  </a:lnTo>
                  <a:lnTo>
                    <a:pt x="4896612" y="51816"/>
                  </a:lnTo>
                  <a:lnTo>
                    <a:pt x="4896612" y="25907"/>
                  </a:lnTo>
                  <a:close/>
                </a:path>
                <a:path w="7278370" h="78104">
                  <a:moveTo>
                    <a:pt x="4948428" y="25907"/>
                  </a:moveTo>
                  <a:lnTo>
                    <a:pt x="4922520" y="25907"/>
                  </a:lnTo>
                  <a:lnTo>
                    <a:pt x="4922520" y="51816"/>
                  </a:lnTo>
                  <a:lnTo>
                    <a:pt x="4948428" y="51816"/>
                  </a:lnTo>
                  <a:lnTo>
                    <a:pt x="4948428" y="25907"/>
                  </a:lnTo>
                  <a:close/>
                </a:path>
                <a:path w="7278370" h="78104">
                  <a:moveTo>
                    <a:pt x="5000244" y="25907"/>
                  </a:moveTo>
                  <a:lnTo>
                    <a:pt x="4974336" y="25907"/>
                  </a:lnTo>
                  <a:lnTo>
                    <a:pt x="4974336" y="51816"/>
                  </a:lnTo>
                  <a:lnTo>
                    <a:pt x="5000244" y="51816"/>
                  </a:lnTo>
                  <a:lnTo>
                    <a:pt x="5000244" y="25907"/>
                  </a:lnTo>
                  <a:close/>
                </a:path>
                <a:path w="7278370" h="78104">
                  <a:moveTo>
                    <a:pt x="5052059" y="25907"/>
                  </a:moveTo>
                  <a:lnTo>
                    <a:pt x="5026152" y="25907"/>
                  </a:lnTo>
                  <a:lnTo>
                    <a:pt x="5026152" y="51816"/>
                  </a:lnTo>
                  <a:lnTo>
                    <a:pt x="5052059" y="51816"/>
                  </a:lnTo>
                  <a:lnTo>
                    <a:pt x="5052059" y="25907"/>
                  </a:lnTo>
                  <a:close/>
                </a:path>
                <a:path w="7278370" h="78104">
                  <a:moveTo>
                    <a:pt x="5103876" y="25907"/>
                  </a:moveTo>
                  <a:lnTo>
                    <a:pt x="5077968" y="25907"/>
                  </a:lnTo>
                  <a:lnTo>
                    <a:pt x="5077968" y="51816"/>
                  </a:lnTo>
                  <a:lnTo>
                    <a:pt x="5103876" y="51816"/>
                  </a:lnTo>
                  <a:lnTo>
                    <a:pt x="5103876" y="25907"/>
                  </a:lnTo>
                  <a:close/>
                </a:path>
                <a:path w="7278370" h="78104">
                  <a:moveTo>
                    <a:pt x="5155692" y="25907"/>
                  </a:moveTo>
                  <a:lnTo>
                    <a:pt x="5129783" y="25907"/>
                  </a:lnTo>
                  <a:lnTo>
                    <a:pt x="5129783" y="51816"/>
                  </a:lnTo>
                  <a:lnTo>
                    <a:pt x="5155692" y="51816"/>
                  </a:lnTo>
                  <a:lnTo>
                    <a:pt x="5155692" y="25907"/>
                  </a:lnTo>
                  <a:close/>
                </a:path>
                <a:path w="7278370" h="78104">
                  <a:moveTo>
                    <a:pt x="5207508" y="25907"/>
                  </a:moveTo>
                  <a:lnTo>
                    <a:pt x="5181600" y="25907"/>
                  </a:lnTo>
                  <a:lnTo>
                    <a:pt x="5181600" y="51816"/>
                  </a:lnTo>
                  <a:lnTo>
                    <a:pt x="5207508" y="51816"/>
                  </a:lnTo>
                  <a:lnTo>
                    <a:pt x="5207508" y="25907"/>
                  </a:lnTo>
                  <a:close/>
                </a:path>
                <a:path w="7278370" h="78104">
                  <a:moveTo>
                    <a:pt x="5259324" y="25907"/>
                  </a:moveTo>
                  <a:lnTo>
                    <a:pt x="5233416" y="25907"/>
                  </a:lnTo>
                  <a:lnTo>
                    <a:pt x="5233416" y="51816"/>
                  </a:lnTo>
                  <a:lnTo>
                    <a:pt x="5259324" y="51816"/>
                  </a:lnTo>
                  <a:lnTo>
                    <a:pt x="5259324" y="25907"/>
                  </a:lnTo>
                  <a:close/>
                </a:path>
                <a:path w="7278370" h="78104">
                  <a:moveTo>
                    <a:pt x="5311140" y="25907"/>
                  </a:moveTo>
                  <a:lnTo>
                    <a:pt x="5285232" y="25907"/>
                  </a:lnTo>
                  <a:lnTo>
                    <a:pt x="5285232" y="51816"/>
                  </a:lnTo>
                  <a:lnTo>
                    <a:pt x="5311140" y="51816"/>
                  </a:lnTo>
                  <a:lnTo>
                    <a:pt x="5311140" y="25907"/>
                  </a:lnTo>
                  <a:close/>
                </a:path>
                <a:path w="7278370" h="78104">
                  <a:moveTo>
                    <a:pt x="5362956" y="25907"/>
                  </a:moveTo>
                  <a:lnTo>
                    <a:pt x="5337047" y="25907"/>
                  </a:lnTo>
                  <a:lnTo>
                    <a:pt x="5337047" y="51816"/>
                  </a:lnTo>
                  <a:lnTo>
                    <a:pt x="5362956" y="51816"/>
                  </a:lnTo>
                  <a:lnTo>
                    <a:pt x="5362956" y="25907"/>
                  </a:lnTo>
                  <a:close/>
                </a:path>
                <a:path w="7278370" h="78104">
                  <a:moveTo>
                    <a:pt x="5414771" y="25907"/>
                  </a:moveTo>
                  <a:lnTo>
                    <a:pt x="5388864" y="25907"/>
                  </a:lnTo>
                  <a:lnTo>
                    <a:pt x="5388864" y="51816"/>
                  </a:lnTo>
                  <a:lnTo>
                    <a:pt x="5414771" y="51816"/>
                  </a:lnTo>
                  <a:lnTo>
                    <a:pt x="5414771" y="25907"/>
                  </a:lnTo>
                  <a:close/>
                </a:path>
                <a:path w="7278370" h="78104">
                  <a:moveTo>
                    <a:pt x="5466588" y="25907"/>
                  </a:moveTo>
                  <a:lnTo>
                    <a:pt x="5440680" y="25907"/>
                  </a:lnTo>
                  <a:lnTo>
                    <a:pt x="5440680" y="51816"/>
                  </a:lnTo>
                  <a:lnTo>
                    <a:pt x="5466588" y="51816"/>
                  </a:lnTo>
                  <a:lnTo>
                    <a:pt x="5466588" y="25907"/>
                  </a:lnTo>
                  <a:close/>
                </a:path>
                <a:path w="7278370" h="78104">
                  <a:moveTo>
                    <a:pt x="5518403" y="25907"/>
                  </a:moveTo>
                  <a:lnTo>
                    <a:pt x="5492495" y="25907"/>
                  </a:lnTo>
                  <a:lnTo>
                    <a:pt x="5492495" y="51816"/>
                  </a:lnTo>
                  <a:lnTo>
                    <a:pt x="5518403" y="51816"/>
                  </a:lnTo>
                  <a:lnTo>
                    <a:pt x="5518403" y="25907"/>
                  </a:lnTo>
                  <a:close/>
                </a:path>
                <a:path w="7278370" h="78104">
                  <a:moveTo>
                    <a:pt x="5570220" y="25907"/>
                  </a:moveTo>
                  <a:lnTo>
                    <a:pt x="5544312" y="25907"/>
                  </a:lnTo>
                  <a:lnTo>
                    <a:pt x="5544312" y="51816"/>
                  </a:lnTo>
                  <a:lnTo>
                    <a:pt x="5570220" y="51816"/>
                  </a:lnTo>
                  <a:lnTo>
                    <a:pt x="5570220" y="25907"/>
                  </a:lnTo>
                  <a:close/>
                </a:path>
                <a:path w="7278370" h="78104">
                  <a:moveTo>
                    <a:pt x="5622036" y="25907"/>
                  </a:moveTo>
                  <a:lnTo>
                    <a:pt x="5596127" y="25907"/>
                  </a:lnTo>
                  <a:lnTo>
                    <a:pt x="5596127" y="51816"/>
                  </a:lnTo>
                  <a:lnTo>
                    <a:pt x="5622036" y="51816"/>
                  </a:lnTo>
                  <a:lnTo>
                    <a:pt x="5622036" y="25907"/>
                  </a:lnTo>
                  <a:close/>
                </a:path>
                <a:path w="7278370" h="78104">
                  <a:moveTo>
                    <a:pt x="5673851" y="25907"/>
                  </a:moveTo>
                  <a:lnTo>
                    <a:pt x="5647944" y="25907"/>
                  </a:lnTo>
                  <a:lnTo>
                    <a:pt x="5647944" y="51816"/>
                  </a:lnTo>
                  <a:lnTo>
                    <a:pt x="5673851" y="51816"/>
                  </a:lnTo>
                  <a:lnTo>
                    <a:pt x="5673851" y="25907"/>
                  </a:lnTo>
                  <a:close/>
                </a:path>
                <a:path w="7278370" h="78104">
                  <a:moveTo>
                    <a:pt x="5725668" y="25907"/>
                  </a:moveTo>
                  <a:lnTo>
                    <a:pt x="5699760" y="25907"/>
                  </a:lnTo>
                  <a:lnTo>
                    <a:pt x="5699760" y="51816"/>
                  </a:lnTo>
                  <a:lnTo>
                    <a:pt x="5725668" y="51816"/>
                  </a:lnTo>
                  <a:lnTo>
                    <a:pt x="5725668" y="25907"/>
                  </a:lnTo>
                  <a:close/>
                </a:path>
                <a:path w="7278370" h="78104">
                  <a:moveTo>
                    <a:pt x="5777484" y="25907"/>
                  </a:moveTo>
                  <a:lnTo>
                    <a:pt x="5751575" y="25907"/>
                  </a:lnTo>
                  <a:lnTo>
                    <a:pt x="5751575" y="51816"/>
                  </a:lnTo>
                  <a:lnTo>
                    <a:pt x="5777484" y="51816"/>
                  </a:lnTo>
                  <a:lnTo>
                    <a:pt x="5777484" y="25907"/>
                  </a:lnTo>
                  <a:close/>
                </a:path>
                <a:path w="7278370" h="78104">
                  <a:moveTo>
                    <a:pt x="5829299" y="25907"/>
                  </a:moveTo>
                  <a:lnTo>
                    <a:pt x="5803392" y="25907"/>
                  </a:lnTo>
                  <a:lnTo>
                    <a:pt x="5803392" y="51816"/>
                  </a:lnTo>
                  <a:lnTo>
                    <a:pt x="5829299" y="51816"/>
                  </a:lnTo>
                  <a:lnTo>
                    <a:pt x="5829299" y="25907"/>
                  </a:lnTo>
                  <a:close/>
                </a:path>
                <a:path w="7278370" h="78104">
                  <a:moveTo>
                    <a:pt x="5881116" y="25907"/>
                  </a:moveTo>
                  <a:lnTo>
                    <a:pt x="5855208" y="25907"/>
                  </a:lnTo>
                  <a:lnTo>
                    <a:pt x="5855208" y="51816"/>
                  </a:lnTo>
                  <a:lnTo>
                    <a:pt x="5881116" y="51816"/>
                  </a:lnTo>
                  <a:lnTo>
                    <a:pt x="5881116" y="25907"/>
                  </a:lnTo>
                  <a:close/>
                </a:path>
                <a:path w="7278370" h="78104">
                  <a:moveTo>
                    <a:pt x="5932932" y="25907"/>
                  </a:moveTo>
                  <a:lnTo>
                    <a:pt x="5907023" y="25907"/>
                  </a:lnTo>
                  <a:lnTo>
                    <a:pt x="5907023" y="51816"/>
                  </a:lnTo>
                  <a:lnTo>
                    <a:pt x="5932932" y="51816"/>
                  </a:lnTo>
                  <a:lnTo>
                    <a:pt x="5932932" y="25907"/>
                  </a:lnTo>
                  <a:close/>
                </a:path>
                <a:path w="7278370" h="78104">
                  <a:moveTo>
                    <a:pt x="5984747" y="25907"/>
                  </a:moveTo>
                  <a:lnTo>
                    <a:pt x="5958840" y="25907"/>
                  </a:lnTo>
                  <a:lnTo>
                    <a:pt x="5958840" y="51816"/>
                  </a:lnTo>
                  <a:lnTo>
                    <a:pt x="5984747" y="51816"/>
                  </a:lnTo>
                  <a:lnTo>
                    <a:pt x="5984747" y="25907"/>
                  </a:lnTo>
                  <a:close/>
                </a:path>
                <a:path w="7278370" h="78104">
                  <a:moveTo>
                    <a:pt x="6036564" y="25907"/>
                  </a:moveTo>
                  <a:lnTo>
                    <a:pt x="6010656" y="25907"/>
                  </a:lnTo>
                  <a:lnTo>
                    <a:pt x="6010656" y="51816"/>
                  </a:lnTo>
                  <a:lnTo>
                    <a:pt x="6036564" y="51816"/>
                  </a:lnTo>
                  <a:lnTo>
                    <a:pt x="6036564" y="25907"/>
                  </a:lnTo>
                  <a:close/>
                </a:path>
                <a:path w="7278370" h="78104">
                  <a:moveTo>
                    <a:pt x="6088380" y="25907"/>
                  </a:moveTo>
                  <a:lnTo>
                    <a:pt x="6062471" y="25907"/>
                  </a:lnTo>
                  <a:lnTo>
                    <a:pt x="6062471" y="51816"/>
                  </a:lnTo>
                  <a:lnTo>
                    <a:pt x="6088380" y="51816"/>
                  </a:lnTo>
                  <a:lnTo>
                    <a:pt x="6088380" y="25907"/>
                  </a:lnTo>
                  <a:close/>
                </a:path>
                <a:path w="7278370" h="78104">
                  <a:moveTo>
                    <a:pt x="6140195" y="25907"/>
                  </a:moveTo>
                  <a:lnTo>
                    <a:pt x="6114288" y="25907"/>
                  </a:lnTo>
                  <a:lnTo>
                    <a:pt x="6114288" y="51816"/>
                  </a:lnTo>
                  <a:lnTo>
                    <a:pt x="6140195" y="51816"/>
                  </a:lnTo>
                  <a:lnTo>
                    <a:pt x="6140195" y="25907"/>
                  </a:lnTo>
                  <a:close/>
                </a:path>
                <a:path w="7278370" h="78104">
                  <a:moveTo>
                    <a:pt x="6192012" y="25907"/>
                  </a:moveTo>
                  <a:lnTo>
                    <a:pt x="6166103" y="25907"/>
                  </a:lnTo>
                  <a:lnTo>
                    <a:pt x="6166103" y="51816"/>
                  </a:lnTo>
                  <a:lnTo>
                    <a:pt x="6192012" y="51816"/>
                  </a:lnTo>
                  <a:lnTo>
                    <a:pt x="6192012" y="25907"/>
                  </a:lnTo>
                  <a:close/>
                </a:path>
                <a:path w="7278370" h="78104">
                  <a:moveTo>
                    <a:pt x="6243827" y="25907"/>
                  </a:moveTo>
                  <a:lnTo>
                    <a:pt x="6217920" y="25907"/>
                  </a:lnTo>
                  <a:lnTo>
                    <a:pt x="6217920" y="51816"/>
                  </a:lnTo>
                  <a:lnTo>
                    <a:pt x="6243827" y="51816"/>
                  </a:lnTo>
                  <a:lnTo>
                    <a:pt x="6243827" y="25907"/>
                  </a:lnTo>
                  <a:close/>
                </a:path>
                <a:path w="7278370" h="78104">
                  <a:moveTo>
                    <a:pt x="6295644" y="25907"/>
                  </a:moveTo>
                  <a:lnTo>
                    <a:pt x="6269736" y="25907"/>
                  </a:lnTo>
                  <a:lnTo>
                    <a:pt x="6269736" y="51816"/>
                  </a:lnTo>
                  <a:lnTo>
                    <a:pt x="6295644" y="51816"/>
                  </a:lnTo>
                  <a:lnTo>
                    <a:pt x="6295644" y="25907"/>
                  </a:lnTo>
                  <a:close/>
                </a:path>
                <a:path w="7278370" h="78104">
                  <a:moveTo>
                    <a:pt x="6347460" y="25907"/>
                  </a:moveTo>
                  <a:lnTo>
                    <a:pt x="6321551" y="25907"/>
                  </a:lnTo>
                  <a:lnTo>
                    <a:pt x="6321551" y="51816"/>
                  </a:lnTo>
                  <a:lnTo>
                    <a:pt x="6347460" y="51816"/>
                  </a:lnTo>
                  <a:lnTo>
                    <a:pt x="6347460" y="25907"/>
                  </a:lnTo>
                  <a:close/>
                </a:path>
                <a:path w="7278370" h="78104">
                  <a:moveTo>
                    <a:pt x="6399275" y="25907"/>
                  </a:moveTo>
                  <a:lnTo>
                    <a:pt x="6373368" y="25907"/>
                  </a:lnTo>
                  <a:lnTo>
                    <a:pt x="6373368" y="51816"/>
                  </a:lnTo>
                  <a:lnTo>
                    <a:pt x="6399275" y="51816"/>
                  </a:lnTo>
                  <a:lnTo>
                    <a:pt x="6399275" y="25907"/>
                  </a:lnTo>
                  <a:close/>
                </a:path>
                <a:path w="7278370" h="78104">
                  <a:moveTo>
                    <a:pt x="6451092" y="25907"/>
                  </a:moveTo>
                  <a:lnTo>
                    <a:pt x="6425184" y="25907"/>
                  </a:lnTo>
                  <a:lnTo>
                    <a:pt x="6425184" y="51816"/>
                  </a:lnTo>
                  <a:lnTo>
                    <a:pt x="6451092" y="51816"/>
                  </a:lnTo>
                  <a:lnTo>
                    <a:pt x="6451092" y="25907"/>
                  </a:lnTo>
                  <a:close/>
                </a:path>
                <a:path w="7278370" h="78104">
                  <a:moveTo>
                    <a:pt x="6502908" y="25907"/>
                  </a:moveTo>
                  <a:lnTo>
                    <a:pt x="6476999" y="25907"/>
                  </a:lnTo>
                  <a:lnTo>
                    <a:pt x="6476999" y="51816"/>
                  </a:lnTo>
                  <a:lnTo>
                    <a:pt x="6502908" y="51816"/>
                  </a:lnTo>
                  <a:lnTo>
                    <a:pt x="6502908" y="25907"/>
                  </a:lnTo>
                  <a:close/>
                </a:path>
                <a:path w="7278370" h="78104">
                  <a:moveTo>
                    <a:pt x="6554724" y="25907"/>
                  </a:moveTo>
                  <a:lnTo>
                    <a:pt x="6528816" y="25907"/>
                  </a:lnTo>
                  <a:lnTo>
                    <a:pt x="6528816" y="51816"/>
                  </a:lnTo>
                  <a:lnTo>
                    <a:pt x="6554724" y="51816"/>
                  </a:lnTo>
                  <a:lnTo>
                    <a:pt x="6554724" y="25907"/>
                  </a:lnTo>
                  <a:close/>
                </a:path>
                <a:path w="7278370" h="78104">
                  <a:moveTo>
                    <a:pt x="6606540" y="25907"/>
                  </a:moveTo>
                  <a:lnTo>
                    <a:pt x="6580632" y="25907"/>
                  </a:lnTo>
                  <a:lnTo>
                    <a:pt x="6580632" y="51816"/>
                  </a:lnTo>
                  <a:lnTo>
                    <a:pt x="6606540" y="51816"/>
                  </a:lnTo>
                  <a:lnTo>
                    <a:pt x="6606540" y="25907"/>
                  </a:lnTo>
                  <a:close/>
                </a:path>
                <a:path w="7278370" h="78104">
                  <a:moveTo>
                    <a:pt x="6658356" y="25907"/>
                  </a:moveTo>
                  <a:lnTo>
                    <a:pt x="6632448" y="25907"/>
                  </a:lnTo>
                  <a:lnTo>
                    <a:pt x="6632448" y="51816"/>
                  </a:lnTo>
                  <a:lnTo>
                    <a:pt x="6658356" y="51816"/>
                  </a:lnTo>
                  <a:lnTo>
                    <a:pt x="6658356" y="25907"/>
                  </a:lnTo>
                  <a:close/>
                </a:path>
                <a:path w="7278370" h="78104">
                  <a:moveTo>
                    <a:pt x="6710172" y="25907"/>
                  </a:moveTo>
                  <a:lnTo>
                    <a:pt x="6684264" y="25907"/>
                  </a:lnTo>
                  <a:lnTo>
                    <a:pt x="6684264" y="51816"/>
                  </a:lnTo>
                  <a:lnTo>
                    <a:pt x="6710172" y="51816"/>
                  </a:lnTo>
                  <a:lnTo>
                    <a:pt x="6710172" y="25907"/>
                  </a:lnTo>
                  <a:close/>
                </a:path>
                <a:path w="7278370" h="78104">
                  <a:moveTo>
                    <a:pt x="6761988" y="25907"/>
                  </a:moveTo>
                  <a:lnTo>
                    <a:pt x="6736080" y="25907"/>
                  </a:lnTo>
                  <a:lnTo>
                    <a:pt x="6736080" y="51816"/>
                  </a:lnTo>
                  <a:lnTo>
                    <a:pt x="6761988" y="51816"/>
                  </a:lnTo>
                  <a:lnTo>
                    <a:pt x="6761988" y="25907"/>
                  </a:lnTo>
                  <a:close/>
                </a:path>
                <a:path w="7278370" h="78104">
                  <a:moveTo>
                    <a:pt x="6813804" y="25907"/>
                  </a:moveTo>
                  <a:lnTo>
                    <a:pt x="6787896" y="25907"/>
                  </a:lnTo>
                  <a:lnTo>
                    <a:pt x="6787896" y="51816"/>
                  </a:lnTo>
                  <a:lnTo>
                    <a:pt x="6813804" y="51816"/>
                  </a:lnTo>
                  <a:lnTo>
                    <a:pt x="6813804" y="25907"/>
                  </a:lnTo>
                  <a:close/>
                </a:path>
                <a:path w="7278370" h="78104">
                  <a:moveTo>
                    <a:pt x="6865620" y="25907"/>
                  </a:moveTo>
                  <a:lnTo>
                    <a:pt x="6839712" y="25907"/>
                  </a:lnTo>
                  <a:lnTo>
                    <a:pt x="6839712" y="51816"/>
                  </a:lnTo>
                  <a:lnTo>
                    <a:pt x="6865620" y="51816"/>
                  </a:lnTo>
                  <a:lnTo>
                    <a:pt x="6865620" y="25907"/>
                  </a:lnTo>
                  <a:close/>
                </a:path>
                <a:path w="7278370" h="78104">
                  <a:moveTo>
                    <a:pt x="6917436" y="25907"/>
                  </a:moveTo>
                  <a:lnTo>
                    <a:pt x="6891528" y="25907"/>
                  </a:lnTo>
                  <a:lnTo>
                    <a:pt x="6891528" y="51816"/>
                  </a:lnTo>
                  <a:lnTo>
                    <a:pt x="6917436" y="51816"/>
                  </a:lnTo>
                  <a:lnTo>
                    <a:pt x="6917436" y="25907"/>
                  </a:lnTo>
                  <a:close/>
                </a:path>
                <a:path w="7278370" h="78104">
                  <a:moveTo>
                    <a:pt x="6969252" y="25907"/>
                  </a:moveTo>
                  <a:lnTo>
                    <a:pt x="6943344" y="25907"/>
                  </a:lnTo>
                  <a:lnTo>
                    <a:pt x="6943344" y="51816"/>
                  </a:lnTo>
                  <a:lnTo>
                    <a:pt x="6969252" y="51816"/>
                  </a:lnTo>
                  <a:lnTo>
                    <a:pt x="6969252" y="25907"/>
                  </a:lnTo>
                  <a:close/>
                </a:path>
                <a:path w="7278370" h="78104">
                  <a:moveTo>
                    <a:pt x="7021068" y="25907"/>
                  </a:moveTo>
                  <a:lnTo>
                    <a:pt x="6995160" y="25907"/>
                  </a:lnTo>
                  <a:lnTo>
                    <a:pt x="6995160" y="51816"/>
                  </a:lnTo>
                  <a:lnTo>
                    <a:pt x="7021068" y="51816"/>
                  </a:lnTo>
                  <a:lnTo>
                    <a:pt x="7021068" y="25907"/>
                  </a:lnTo>
                  <a:close/>
                </a:path>
                <a:path w="7278370" h="78104">
                  <a:moveTo>
                    <a:pt x="7072884" y="25907"/>
                  </a:moveTo>
                  <a:lnTo>
                    <a:pt x="7046976" y="25907"/>
                  </a:lnTo>
                  <a:lnTo>
                    <a:pt x="7046976" y="51816"/>
                  </a:lnTo>
                  <a:lnTo>
                    <a:pt x="7072884" y="51816"/>
                  </a:lnTo>
                  <a:lnTo>
                    <a:pt x="7072884" y="25907"/>
                  </a:lnTo>
                  <a:close/>
                </a:path>
                <a:path w="7278370" h="78104">
                  <a:moveTo>
                    <a:pt x="7124700" y="25907"/>
                  </a:moveTo>
                  <a:lnTo>
                    <a:pt x="7098792" y="25907"/>
                  </a:lnTo>
                  <a:lnTo>
                    <a:pt x="7098792" y="51816"/>
                  </a:lnTo>
                  <a:lnTo>
                    <a:pt x="7124700" y="51816"/>
                  </a:lnTo>
                  <a:lnTo>
                    <a:pt x="7124700" y="25907"/>
                  </a:lnTo>
                  <a:close/>
                </a:path>
                <a:path w="7278370" h="78104">
                  <a:moveTo>
                    <a:pt x="7176516" y="25907"/>
                  </a:moveTo>
                  <a:lnTo>
                    <a:pt x="7150608" y="25907"/>
                  </a:lnTo>
                  <a:lnTo>
                    <a:pt x="7150608" y="51816"/>
                  </a:lnTo>
                  <a:lnTo>
                    <a:pt x="7176516" y="51816"/>
                  </a:lnTo>
                  <a:lnTo>
                    <a:pt x="7176516" y="25907"/>
                  </a:lnTo>
                  <a:close/>
                </a:path>
                <a:path w="7278370" h="78104">
                  <a:moveTo>
                    <a:pt x="7239000" y="0"/>
                  </a:moveTo>
                  <a:lnTo>
                    <a:pt x="7223873" y="3053"/>
                  </a:lnTo>
                  <a:lnTo>
                    <a:pt x="7211520" y="11382"/>
                  </a:lnTo>
                  <a:lnTo>
                    <a:pt x="7203191" y="23735"/>
                  </a:lnTo>
                  <a:lnTo>
                    <a:pt x="7202424" y="27538"/>
                  </a:lnTo>
                  <a:lnTo>
                    <a:pt x="7202424" y="50185"/>
                  </a:lnTo>
                  <a:lnTo>
                    <a:pt x="7203191" y="53988"/>
                  </a:lnTo>
                  <a:lnTo>
                    <a:pt x="7211520" y="66341"/>
                  </a:lnTo>
                  <a:lnTo>
                    <a:pt x="7223873" y="74670"/>
                  </a:lnTo>
                  <a:lnTo>
                    <a:pt x="7239000" y="77724"/>
                  </a:lnTo>
                  <a:lnTo>
                    <a:pt x="7254126" y="74670"/>
                  </a:lnTo>
                  <a:lnTo>
                    <a:pt x="7266479" y="66341"/>
                  </a:lnTo>
                  <a:lnTo>
                    <a:pt x="7274808" y="53988"/>
                  </a:lnTo>
                  <a:lnTo>
                    <a:pt x="7275246" y="51816"/>
                  </a:lnTo>
                  <a:lnTo>
                    <a:pt x="7228332" y="51816"/>
                  </a:lnTo>
                  <a:lnTo>
                    <a:pt x="7228332" y="25907"/>
                  </a:lnTo>
                  <a:lnTo>
                    <a:pt x="7275246" y="25907"/>
                  </a:lnTo>
                  <a:lnTo>
                    <a:pt x="7274808" y="23735"/>
                  </a:lnTo>
                  <a:lnTo>
                    <a:pt x="7266479" y="11382"/>
                  </a:lnTo>
                  <a:lnTo>
                    <a:pt x="7254126" y="3053"/>
                  </a:lnTo>
                  <a:lnTo>
                    <a:pt x="7239000" y="0"/>
                  </a:lnTo>
                  <a:close/>
                </a:path>
                <a:path w="7278370" h="78104">
                  <a:moveTo>
                    <a:pt x="7202424" y="50185"/>
                  </a:moveTo>
                  <a:lnTo>
                    <a:pt x="7202424" y="51816"/>
                  </a:lnTo>
                  <a:lnTo>
                    <a:pt x="7202753" y="51816"/>
                  </a:lnTo>
                  <a:lnTo>
                    <a:pt x="7202424" y="50185"/>
                  </a:lnTo>
                  <a:close/>
                </a:path>
                <a:path w="7278370" h="78104">
                  <a:moveTo>
                    <a:pt x="7275246" y="25907"/>
                  </a:moveTo>
                  <a:lnTo>
                    <a:pt x="7228332" y="25907"/>
                  </a:lnTo>
                  <a:lnTo>
                    <a:pt x="7228332" y="51816"/>
                  </a:lnTo>
                  <a:lnTo>
                    <a:pt x="7275246" y="51816"/>
                  </a:lnTo>
                  <a:lnTo>
                    <a:pt x="7277862" y="38862"/>
                  </a:lnTo>
                  <a:lnTo>
                    <a:pt x="7275246" y="25907"/>
                  </a:lnTo>
                  <a:close/>
                </a:path>
                <a:path w="7278370" h="78104">
                  <a:moveTo>
                    <a:pt x="7202424" y="27538"/>
                  </a:moveTo>
                  <a:lnTo>
                    <a:pt x="7200138" y="38862"/>
                  </a:lnTo>
                  <a:lnTo>
                    <a:pt x="7202424" y="50185"/>
                  </a:lnTo>
                  <a:lnTo>
                    <a:pt x="7202424" y="27538"/>
                  </a:lnTo>
                  <a:close/>
                </a:path>
                <a:path w="7278370" h="78104">
                  <a:moveTo>
                    <a:pt x="7202753" y="25907"/>
                  </a:moveTo>
                  <a:lnTo>
                    <a:pt x="7202424" y="25907"/>
                  </a:lnTo>
                  <a:lnTo>
                    <a:pt x="7202424" y="27538"/>
                  </a:lnTo>
                  <a:lnTo>
                    <a:pt x="7202753" y="25907"/>
                  </a:lnTo>
                  <a:close/>
                </a:path>
              </a:pathLst>
            </a:custGeom>
            <a:solidFill>
              <a:srgbClr val="44536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 descr=""/>
          <p:cNvSpPr txBox="1"/>
          <p:nvPr/>
        </p:nvSpPr>
        <p:spPr>
          <a:xfrm>
            <a:off x="1417066" y="4318761"/>
            <a:ext cx="602361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What</a:t>
            </a:r>
            <a:r>
              <a:rPr dirty="0" sz="1800" spc="-3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is</a:t>
            </a:r>
            <a:r>
              <a:rPr dirty="0" sz="1800" spc="-3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software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testing?</a:t>
            </a:r>
            <a:r>
              <a:rPr dirty="0" sz="1800" spc="-65">
                <a:latin typeface="Arial"/>
                <a:cs typeface="Arial"/>
              </a:rPr>
              <a:t> </a:t>
            </a:r>
            <a:r>
              <a:rPr dirty="0" sz="1800" spc="-25">
                <a:latin typeface="Arial"/>
                <a:cs typeface="Arial"/>
              </a:rPr>
              <a:t>Testing</a:t>
            </a:r>
            <a:r>
              <a:rPr dirty="0" sz="1800" spc="-3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objective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and</a:t>
            </a:r>
            <a:r>
              <a:rPr dirty="0" sz="1800" spc="-3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why</a:t>
            </a:r>
            <a:r>
              <a:rPr dirty="0" sz="1800" spc="-40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Testing</a:t>
            </a:r>
            <a:endParaRPr sz="1800">
              <a:latin typeface="Arial"/>
              <a:cs typeface="Arial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816051" y="4201414"/>
            <a:ext cx="1949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 b="1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2400">
              <a:latin typeface="Arial"/>
              <a:cs typeface="Arial"/>
            </a:endParaRPr>
          </a:p>
        </p:txBody>
      </p:sp>
      <p:grpSp>
        <p:nvGrpSpPr>
          <p:cNvPr id="39" name="object 39" descr=""/>
          <p:cNvGrpSpPr/>
          <p:nvPr/>
        </p:nvGrpSpPr>
        <p:grpSpPr>
          <a:xfrm>
            <a:off x="534923" y="4864608"/>
            <a:ext cx="7893050" cy="669290"/>
            <a:chOff x="534923" y="4864608"/>
            <a:chExt cx="7893050" cy="669290"/>
          </a:xfrm>
        </p:grpSpPr>
        <p:sp>
          <p:nvSpPr>
            <p:cNvPr id="40" name="object 40" descr=""/>
            <p:cNvSpPr/>
            <p:nvPr/>
          </p:nvSpPr>
          <p:spPr>
            <a:xfrm>
              <a:off x="545591" y="4879848"/>
              <a:ext cx="756285" cy="654050"/>
            </a:xfrm>
            <a:custGeom>
              <a:avLst/>
              <a:gdLst/>
              <a:ahLst/>
              <a:cxnLst/>
              <a:rect l="l" t="t" r="r" b="b"/>
              <a:pathLst>
                <a:path w="756285" h="654050">
                  <a:moveTo>
                    <a:pt x="566851" y="0"/>
                  </a:moveTo>
                  <a:lnTo>
                    <a:pt x="189052" y="0"/>
                  </a:lnTo>
                  <a:lnTo>
                    <a:pt x="0" y="326897"/>
                  </a:lnTo>
                  <a:lnTo>
                    <a:pt x="189052" y="653795"/>
                  </a:lnTo>
                  <a:lnTo>
                    <a:pt x="566851" y="653795"/>
                  </a:lnTo>
                  <a:lnTo>
                    <a:pt x="755904" y="326897"/>
                  </a:lnTo>
                  <a:lnTo>
                    <a:pt x="566851" y="0"/>
                  </a:lnTo>
                  <a:close/>
                </a:path>
              </a:pathLst>
            </a:custGeom>
            <a:solidFill>
              <a:srgbClr val="80808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1" name="object 41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39495" y="4869180"/>
              <a:ext cx="755904" cy="653795"/>
            </a:xfrm>
            <a:prstGeom prst="rect">
              <a:avLst/>
            </a:prstGeom>
          </p:spPr>
        </p:pic>
        <p:sp>
          <p:nvSpPr>
            <p:cNvPr id="42" name="object 42" descr=""/>
            <p:cNvSpPr/>
            <p:nvPr/>
          </p:nvSpPr>
          <p:spPr>
            <a:xfrm>
              <a:off x="539495" y="4869180"/>
              <a:ext cx="756285" cy="654050"/>
            </a:xfrm>
            <a:custGeom>
              <a:avLst/>
              <a:gdLst/>
              <a:ahLst/>
              <a:cxnLst/>
              <a:rect l="l" t="t" r="r" b="b"/>
              <a:pathLst>
                <a:path w="756285" h="654050">
                  <a:moveTo>
                    <a:pt x="0" y="326898"/>
                  </a:moveTo>
                  <a:lnTo>
                    <a:pt x="189052" y="0"/>
                  </a:lnTo>
                  <a:lnTo>
                    <a:pt x="566851" y="0"/>
                  </a:lnTo>
                  <a:lnTo>
                    <a:pt x="755904" y="326898"/>
                  </a:lnTo>
                  <a:lnTo>
                    <a:pt x="566851" y="653796"/>
                  </a:lnTo>
                  <a:lnTo>
                    <a:pt x="189052" y="653796"/>
                  </a:lnTo>
                  <a:lnTo>
                    <a:pt x="0" y="326898"/>
                  </a:lnTo>
                  <a:close/>
                </a:path>
              </a:pathLst>
            </a:custGeom>
            <a:ln w="9144">
              <a:solidFill>
                <a:srgbClr val="C0C0C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3" name="object 43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83691" y="4908804"/>
              <a:ext cx="664464" cy="574547"/>
            </a:xfrm>
            <a:prstGeom prst="rect">
              <a:avLst/>
            </a:prstGeom>
          </p:spPr>
        </p:pic>
        <p:sp>
          <p:nvSpPr>
            <p:cNvPr id="44" name="object 44" descr=""/>
            <p:cNvSpPr/>
            <p:nvPr/>
          </p:nvSpPr>
          <p:spPr>
            <a:xfrm>
              <a:off x="583691" y="4908804"/>
              <a:ext cx="664845" cy="574675"/>
            </a:xfrm>
            <a:custGeom>
              <a:avLst/>
              <a:gdLst/>
              <a:ahLst/>
              <a:cxnLst/>
              <a:rect l="l" t="t" r="r" b="b"/>
              <a:pathLst>
                <a:path w="664844" h="574675">
                  <a:moveTo>
                    <a:pt x="0" y="287274"/>
                  </a:moveTo>
                  <a:lnTo>
                    <a:pt x="166027" y="0"/>
                  </a:lnTo>
                  <a:lnTo>
                    <a:pt x="498436" y="0"/>
                  </a:lnTo>
                  <a:lnTo>
                    <a:pt x="664464" y="287274"/>
                  </a:lnTo>
                  <a:lnTo>
                    <a:pt x="498436" y="574548"/>
                  </a:lnTo>
                  <a:lnTo>
                    <a:pt x="166027" y="574548"/>
                  </a:lnTo>
                  <a:lnTo>
                    <a:pt x="0" y="287274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1149857" y="5440680"/>
              <a:ext cx="7278370" cy="78105"/>
            </a:xfrm>
            <a:custGeom>
              <a:avLst/>
              <a:gdLst/>
              <a:ahLst/>
              <a:cxnLst/>
              <a:rect l="l" t="t" r="r" b="b"/>
              <a:pathLst>
                <a:path w="7278370" h="78104">
                  <a:moveTo>
                    <a:pt x="25907" y="25908"/>
                  </a:moveTo>
                  <a:lnTo>
                    <a:pt x="0" y="25908"/>
                  </a:lnTo>
                  <a:lnTo>
                    <a:pt x="0" y="51816"/>
                  </a:lnTo>
                  <a:lnTo>
                    <a:pt x="25907" y="51816"/>
                  </a:lnTo>
                  <a:lnTo>
                    <a:pt x="25907" y="25908"/>
                  </a:lnTo>
                  <a:close/>
                </a:path>
                <a:path w="7278370" h="78104">
                  <a:moveTo>
                    <a:pt x="77723" y="25908"/>
                  </a:moveTo>
                  <a:lnTo>
                    <a:pt x="51815" y="25908"/>
                  </a:lnTo>
                  <a:lnTo>
                    <a:pt x="51815" y="51816"/>
                  </a:lnTo>
                  <a:lnTo>
                    <a:pt x="77723" y="51816"/>
                  </a:lnTo>
                  <a:lnTo>
                    <a:pt x="77723" y="25908"/>
                  </a:lnTo>
                  <a:close/>
                </a:path>
                <a:path w="7278370" h="78104">
                  <a:moveTo>
                    <a:pt x="129539" y="25908"/>
                  </a:moveTo>
                  <a:lnTo>
                    <a:pt x="103631" y="25908"/>
                  </a:lnTo>
                  <a:lnTo>
                    <a:pt x="103631" y="51816"/>
                  </a:lnTo>
                  <a:lnTo>
                    <a:pt x="129539" y="51816"/>
                  </a:lnTo>
                  <a:lnTo>
                    <a:pt x="129539" y="25908"/>
                  </a:lnTo>
                  <a:close/>
                </a:path>
                <a:path w="7278370" h="78104">
                  <a:moveTo>
                    <a:pt x="181355" y="25908"/>
                  </a:moveTo>
                  <a:lnTo>
                    <a:pt x="155447" y="25908"/>
                  </a:lnTo>
                  <a:lnTo>
                    <a:pt x="155447" y="51816"/>
                  </a:lnTo>
                  <a:lnTo>
                    <a:pt x="181355" y="51816"/>
                  </a:lnTo>
                  <a:lnTo>
                    <a:pt x="181355" y="25908"/>
                  </a:lnTo>
                  <a:close/>
                </a:path>
                <a:path w="7278370" h="78104">
                  <a:moveTo>
                    <a:pt x="233172" y="25908"/>
                  </a:moveTo>
                  <a:lnTo>
                    <a:pt x="207263" y="25908"/>
                  </a:lnTo>
                  <a:lnTo>
                    <a:pt x="207263" y="51816"/>
                  </a:lnTo>
                  <a:lnTo>
                    <a:pt x="233172" y="51816"/>
                  </a:lnTo>
                  <a:lnTo>
                    <a:pt x="233172" y="25908"/>
                  </a:lnTo>
                  <a:close/>
                </a:path>
                <a:path w="7278370" h="78104">
                  <a:moveTo>
                    <a:pt x="284988" y="25908"/>
                  </a:moveTo>
                  <a:lnTo>
                    <a:pt x="259079" y="25908"/>
                  </a:lnTo>
                  <a:lnTo>
                    <a:pt x="259079" y="51816"/>
                  </a:lnTo>
                  <a:lnTo>
                    <a:pt x="284988" y="51816"/>
                  </a:lnTo>
                  <a:lnTo>
                    <a:pt x="284988" y="25908"/>
                  </a:lnTo>
                  <a:close/>
                </a:path>
                <a:path w="7278370" h="78104">
                  <a:moveTo>
                    <a:pt x="336803" y="25908"/>
                  </a:moveTo>
                  <a:lnTo>
                    <a:pt x="310895" y="25908"/>
                  </a:lnTo>
                  <a:lnTo>
                    <a:pt x="310895" y="51816"/>
                  </a:lnTo>
                  <a:lnTo>
                    <a:pt x="336803" y="51816"/>
                  </a:lnTo>
                  <a:lnTo>
                    <a:pt x="336803" y="25908"/>
                  </a:lnTo>
                  <a:close/>
                </a:path>
                <a:path w="7278370" h="78104">
                  <a:moveTo>
                    <a:pt x="388619" y="25908"/>
                  </a:moveTo>
                  <a:lnTo>
                    <a:pt x="362711" y="25908"/>
                  </a:lnTo>
                  <a:lnTo>
                    <a:pt x="362711" y="51816"/>
                  </a:lnTo>
                  <a:lnTo>
                    <a:pt x="388619" y="51816"/>
                  </a:lnTo>
                  <a:lnTo>
                    <a:pt x="388619" y="25908"/>
                  </a:lnTo>
                  <a:close/>
                </a:path>
                <a:path w="7278370" h="78104">
                  <a:moveTo>
                    <a:pt x="440435" y="25908"/>
                  </a:moveTo>
                  <a:lnTo>
                    <a:pt x="414528" y="25908"/>
                  </a:lnTo>
                  <a:lnTo>
                    <a:pt x="414528" y="51816"/>
                  </a:lnTo>
                  <a:lnTo>
                    <a:pt x="440435" y="51816"/>
                  </a:lnTo>
                  <a:lnTo>
                    <a:pt x="440435" y="25908"/>
                  </a:lnTo>
                  <a:close/>
                </a:path>
                <a:path w="7278370" h="78104">
                  <a:moveTo>
                    <a:pt x="492252" y="25908"/>
                  </a:moveTo>
                  <a:lnTo>
                    <a:pt x="466344" y="25908"/>
                  </a:lnTo>
                  <a:lnTo>
                    <a:pt x="466344" y="51816"/>
                  </a:lnTo>
                  <a:lnTo>
                    <a:pt x="492252" y="51816"/>
                  </a:lnTo>
                  <a:lnTo>
                    <a:pt x="492252" y="25908"/>
                  </a:lnTo>
                  <a:close/>
                </a:path>
                <a:path w="7278370" h="78104">
                  <a:moveTo>
                    <a:pt x="544067" y="25908"/>
                  </a:moveTo>
                  <a:lnTo>
                    <a:pt x="518159" y="25908"/>
                  </a:lnTo>
                  <a:lnTo>
                    <a:pt x="518159" y="51816"/>
                  </a:lnTo>
                  <a:lnTo>
                    <a:pt x="544067" y="51816"/>
                  </a:lnTo>
                  <a:lnTo>
                    <a:pt x="544067" y="25908"/>
                  </a:lnTo>
                  <a:close/>
                </a:path>
                <a:path w="7278370" h="78104">
                  <a:moveTo>
                    <a:pt x="595884" y="25908"/>
                  </a:moveTo>
                  <a:lnTo>
                    <a:pt x="569975" y="25908"/>
                  </a:lnTo>
                  <a:lnTo>
                    <a:pt x="569975" y="51816"/>
                  </a:lnTo>
                  <a:lnTo>
                    <a:pt x="595884" y="51816"/>
                  </a:lnTo>
                  <a:lnTo>
                    <a:pt x="595884" y="25908"/>
                  </a:lnTo>
                  <a:close/>
                </a:path>
                <a:path w="7278370" h="78104">
                  <a:moveTo>
                    <a:pt x="647699" y="25908"/>
                  </a:moveTo>
                  <a:lnTo>
                    <a:pt x="621791" y="25908"/>
                  </a:lnTo>
                  <a:lnTo>
                    <a:pt x="621791" y="51816"/>
                  </a:lnTo>
                  <a:lnTo>
                    <a:pt x="647699" y="51816"/>
                  </a:lnTo>
                  <a:lnTo>
                    <a:pt x="647699" y="25908"/>
                  </a:lnTo>
                  <a:close/>
                </a:path>
                <a:path w="7278370" h="78104">
                  <a:moveTo>
                    <a:pt x="699516" y="25908"/>
                  </a:moveTo>
                  <a:lnTo>
                    <a:pt x="673608" y="25908"/>
                  </a:lnTo>
                  <a:lnTo>
                    <a:pt x="673608" y="51816"/>
                  </a:lnTo>
                  <a:lnTo>
                    <a:pt x="699516" y="51816"/>
                  </a:lnTo>
                  <a:lnTo>
                    <a:pt x="699516" y="25908"/>
                  </a:lnTo>
                  <a:close/>
                </a:path>
                <a:path w="7278370" h="78104">
                  <a:moveTo>
                    <a:pt x="751331" y="25908"/>
                  </a:moveTo>
                  <a:lnTo>
                    <a:pt x="725423" y="25908"/>
                  </a:lnTo>
                  <a:lnTo>
                    <a:pt x="725423" y="51816"/>
                  </a:lnTo>
                  <a:lnTo>
                    <a:pt x="751331" y="51816"/>
                  </a:lnTo>
                  <a:lnTo>
                    <a:pt x="751331" y="25908"/>
                  </a:lnTo>
                  <a:close/>
                </a:path>
                <a:path w="7278370" h="78104">
                  <a:moveTo>
                    <a:pt x="803147" y="25908"/>
                  </a:moveTo>
                  <a:lnTo>
                    <a:pt x="777240" y="25908"/>
                  </a:lnTo>
                  <a:lnTo>
                    <a:pt x="777240" y="51816"/>
                  </a:lnTo>
                  <a:lnTo>
                    <a:pt x="803147" y="51816"/>
                  </a:lnTo>
                  <a:lnTo>
                    <a:pt x="803147" y="25908"/>
                  </a:lnTo>
                  <a:close/>
                </a:path>
                <a:path w="7278370" h="78104">
                  <a:moveTo>
                    <a:pt x="854964" y="25908"/>
                  </a:moveTo>
                  <a:lnTo>
                    <a:pt x="829055" y="25908"/>
                  </a:lnTo>
                  <a:lnTo>
                    <a:pt x="829055" y="51816"/>
                  </a:lnTo>
                  <a:lnTo>
                    <a:pt x="854964" y="51816"/>
                  </a:lnTo>
                  <a:lnTo>
                    <a:pt x="854964" y="25908"/>
                  </a:lnTo>
                  <a:close/>
                </a:path>
                <a:path w="7278370" h="78104">
                  <a:moveTo>
                    <a:pt x="906779" y="25908"/>
                  </a:moveTo>
                  <a:lnTo>
                    <a:pt x="880872" y="25908"/>
                  </a:lnTo>
                  <a:lnTo>
                    <a:pt x="880872" y="51816"/>
                  </a:lnTo>
                  <a:lnTo>
                    <a:pt x="906779" y="51816"/>
                  </a:lnTo>
                  <a:lnTo>
                    <a:pt x="906779" y="25908"/>
                  </a:lnTo>
                  <a:close/>
                </a:path>
                <a:path w="7278370" h="78104">
                  <a:moveTo>
                    <a:pt x="958596" y="25908"/>
                  </a:moveTo>
                  <a:lnTo>
                    <a:pt x="932687" y="25908"/>
                  </a:lnTo>
                  <a:lnTo>
                    <a:pt x="932687" y="51816"/>
                  </a:lnTo>
                  <a:lnTo>
                    <a:pt x="958596" y="51816"/>
                  </a:lnTo>
                  <a:lnTo>
                    <a:pt x="958596" y="25908"/>
                  </a:lnTo>
                  <a:close/>
                </a:path>
                <a:path w="7278370" h="78104">
                  <a:moveTo>
                    <a:pt x="1010411" y="25908"/>
                  </a:moveTo>
                  <a:lnTo>
                    <a:pt x="984504" y="25908"/>
                  </a:lnTo>
                  <a:lnTo>
                    <a:pt x="984504" y="51816"/>
                  </a:lnTo>
                  <a:lnTo>
                    <a:pt x="1010411" y="51816"/>
                  </a:lnTo>
                  <a:lnTo>
                    <a:pt x="1010411" y="25908"/>
                  </a:lnTo>
                  <a:close/>
                </a:path>
                <a:path w="7278370" h="78104">
                  <a:moveTo>
                    <a:pt x="1062228" y="25908"/>
                  </a:moveTo>
                  <a:lnTo>
                    <a:pt x="1036319" y="25908"/>
                  </a:lnTo>
                  <a:lnTo>
                    <a:pt x="1036319" y="51816"/>
                  </a:lnTo>
                  <a:lnTo>
                    <a:pt x="1062228" y="51816"/>
                  </a:lnTo>
                  <a:lnTo>
                    <a:pt x="1062228" y="25908"/>
                  </a:lnTo>
                  <a:close/>
                </a:path>
                <a:path w="7278370" h="78104">
                  <a:moveTo>
                    <a:pt x="1114043" y="25908"/>
                  </a:moveTo>
                  <a:lnTo>
                    <a:pt x="1088136" y="25908"/>
                  </a:lnTo>
                  <a:lnTo>
                    <a:pt x="1088136" y="51816"/>
                  </a:lnTo>
                  <a:lnTo>
                    <a:pt x="1114043" y="51816"/>
                  </a:lnTo>
                  <a:lnTo>
                    <a:pt x="1114043" y="25908"/>
                  </a:lnTo>
                  <a:close/>
                </a:path>
                <a:path w="7278370" h="78104">
                  <a:moveTo>
                    <a:pt x="1165860" y="25908"/>
                  </a:moveTo>
                  <a:lnTo>
                    <a:pt x="1139952" y="25908"/>
                  </a:lnTo>
                  <a:lnTo>
                    <a:pt x="1139952" y="51816"/>
                  </a:lnTo>
                  <a:lnTo>
                    <a:pt x="1165860" y="51816"/>
                  </a:lnTo>
                  <a:lnTo>
                    <a:pt x="1165860" y="25908"/>
                  </a:lnTo>
                  <a:close/>
                </a:path>
                <a:path w="7278370" h="78104">
                  <a:moveTo>
                    <a:pt x="1217675" y="25908"/>
                  </a:moveTo>
                  <a:lnTo>
                    <a:pt x="1191767" y="25908"/>
                  </a:lnTo>
                  <a:lnTo>
                    <a:pt x="1191767" y="51816"/>
                  </a:lnTo>
                  <a:lnTo>
                    <a:pt x="1217675" y="51816"/>
                  </a:lnTo>
                  <a:lnTo>
                    <a:pt x="1217675" y="25908"/>
                  </a:lnTo>
                  <a:close/>
                </a:path>
                <a:path w="7278370" h="78104">
                  <a:moveTo>
                    <a:pt x="1269492" y="25908"/>
                  </a:moveTo>
                  <a:lnTo>
                    <a:pt x="1243584" y="25908"/>
                  </a:lnTo>
                  <a:lnTo>
                    <a:pt x="1243584" y="51816"/>
                  </a:lnTo>
                  <a:lnTo>
                    <a:pt x="1269492" y="51816"/>
                  </a:lnTo>
                  <a:lnTo>
                    <a:pt x="1269492" y="25908"/>
                  </a:lnTo>
                  <a:close/>
                </a:path>
                <a:path w="7278370" h="78104">
                  <a:moveTo>
                    <a:pt x="1321308" y="25908"/>
                  </a:moveTo>
                  <a:lnTo>
                    <a:pt x="1295399" y="25908"/>
                  </a:lnTo>
                  <a:lnTo>
                    <a:pt x="1295399" y="51816"/>
                  </a:lnTo>
                  <a:lnTo>
                    <a:pt x="1321308" y="51816"/>
                  </a:lnTo>
                  <a:lnTo>
                    <a:pt x="1321308" y="25908"/>
                  </a:lnTo>
                  <a:close/>
                </a:path>
                <a:path w="7278370" h="78104">
                  <a:moveTo>
                    <a:pt x="1373123" y="25908"/>
                  </a:moveTo>
                  <a:lnTo>
                    <a:pt x="1347216" y="25908"/>
                  </a:lnTo>
                  <a:lnTo>
                    <a:pt x="1347216" y="51816"/>
                  </a:lnTo>
                  <a:lnTo>
                    <a:pt x="1373123" y="51816"/>
                  </a:lnTo>
                  <a:lnTo>
                    <a:pt x="1373123" y="25908"/>
                  </a:lnTo>
                  <a:close/>
                </a:path>
                <a:path w="7278370" h="78104">
                  <a:moveTo>
                    <a:pt x="1424940" y="25908"/>
                  </a:moveTo>
                  <a:lnTo>
                    <a:pt x="1399031" y="25908"/>
                  </a:lnTo>
                  <a:lnTo>
                    <a:pt x="1399031" y="51816"/>
                  </a:lnTo>
                  <a:lnTo>
                    <a:pt x="1424940" y="51816"/>
                  </a:lnTo>
                  <a:lnTo>
                    <a:pt x="1424940" y="25908"/>
                  </a:lnTo>
                  <a:close/>
                </a:path>
                <a:path w="7278370" h="78104">
                  <a:moveTo>
                    <a:pt x="1476755" y="25908"/>
                  </a:moveTo>
                  <a:lnTo>
                    <a:pt x="1450848" y="25908"/>
                  </a:lnTo>
                  <a:lnTo>
                    <a:pt x="1450848" y="51816"/>
                  </a:lnTo>
                  <a:lnTo>
                    <a:pt x="1476755" y="51816"/>
                  </a:lnTo>
                  <a:lnTo>
                    <a:pt x="1476755" y="25908"/>
                  </a:lnTo>
                  <a:close/>
                </a:path>
                <a:path w="7278370" h="78104">
                  <a:moveTo>
                    <a:pt x="1528572" y="25908"/>
                  </a:moveTo>
                  <a:lnTo>
                    <a:pt x="1502664" y="25908"/>
                  </a:lnTo>
                  <a:lnTo>
                    <a:pt x="1502664" y="51816"/>
                  </a:lnTo>
                  <a:lnTo>
                    <a:pt x="1528572" y="51816"/>
                  </a:lnTo>
                  <a:lnTo>
                    <a:pt x="1528572" y="25908"/>
                  </a:lnTo>
                  <a:close/>
                </a:path>
                <a:path w="7278370" h="78104">
                  <a:moveTo>
                    <a:pt x="1580387" y="25908"/>
                  </a:moveTo>
                  <a:lnTo>
                    <a:pt x="1554480" y="25908"/>
                  </a:lnTo>
                  <a:lnTo>
                    <a:pt x="1554480" y="51816"/>
                  </a:lnTo>
                  <a:lnTo>
                    <a:pt x="1580387" y="51816"/>
                  </a:lnTo>
                  <a:lnTo>
                    <a:pt x="1580387" y="25908"/>
                  </a:lnTo>
                  <a:close/>
                </a:path>
                <a:path w="7278370" h="78104">
                  <a:moveTo>
                    <a:pt x="1632203" y="25908"/>
                  </a:moveTo>
                  <a:lnTo>
                    <a:pt x="1606296" y="25908"/>
                  </a:lnTo>
                  <a:lnTo>
                    <a:pt x="1606296" y="51816"/>
                  </a:lnTo>
                  <a:lnTo>
                    <a:pt x="1632203" y="51816"/>
                  </a:lnTo>
                  <a:lnTo>
                    <a:pt x="1632203" y="25908"/>
                  </a:lnTo>
                  <a:close/>
                </a:path>
                <a:path w="7278370" h="78104">
                  <a:moveTo>
                    <a:pt x="1684019" y="25908"/>
                  </a:moveTo>
                  <a:lnTo>
                    <a:pt x="1658112" y="25908"/>
                  </a:lnTo>
                  <a:lnTo>
                    <a:pt x="1658112" y="51816"/>
                  </a:lnTo>
                  <a:lnTo>
                    <a:pt x="1684019" y="51816"/>
                  </a:lnTo>
                  <a:lnTo>
                    <a:pt x="1684019" y="25908"/>
                  </a:lnTo>
                  <a:close/>
                </a:path>
                <a:path w="7278370" h="78104">
                  <a:moveTo>
                    <a:pt x="1735836" y="25908"/>
                  </a:moveTo>
                  <a:lnTo>
                    <a:pt x="1709927" y="25908"/>
                  </a:lnTo>
                  <a:lnTo>
                    <a:pt x="1709927" y="51816"/>
                  </a:lnTo>
                  <a:lnTo>
                    <a:pt x="1735836" y="51816"/>
                  </a:lnTo>
                  <a:lnTo>
                    <a:pt x="1735836" y="25908"/>
                  </a:lnTo>
                  <a:close/>
                </a:path>
                <a:path w="7278370" h="78104">
                  <a:moveTo>
                    <a:pt x="1787652" y="25908"/>
                  </a:moveTo>
                  <a:lnTo>
                    <a:pt x="1761743" y="25908"/>
                  </a:lnTo>
                  <a:lnTo>
                    <a:pt x="1761743" y="51816"/>
                  </a:lnTo>
                  <a:lnTo>
                    <a:pt x="1787652" y="51816"/>
                  </a:lnTo>
                  <a:lnTo>
                    <a:pt x="1787652" y="25908"/>
                  </a:lnTo>
                  <a:close/>
                </a:path>
                <a:path w="7278370" h="78104">
                  <a:moveTo>
                    <a:pt x="1839467" y="25908"/>
                  </a:moveTo>
                  <a:lnTo>
                    <a:pt x="1813560" y="25908"/>
                  </a:lnTo>
                  <a:lnTo>
                    <a:pt x="1813560" y="51816"/>
                  </a:lnTo>
                  <a:lnTo>
                    <a:pt x="1839467" y="51816"/>
                  </a:lnTo>
                  <a:lnTo>
                    <a:pt x="1839467" y="25908"/>
                  </a:lnTo>
                  <a:close/>
                </a:path>
                <a:path w="7278370" h="78104">
                  <a:moveTo>
                    <a:pt x="1891284" y="25908"/>
                  </a:moveTo>
                  <a:lnTo>
                    <a:pt x="1865376" y="25908"/>
                  </a:lnTo>
                  <a:lnTo>
                    <a:pt x="1865376" y="51816"/>
                  </a:lnTo>
                  <a:lnTo>
                    <a:pt x="1891284" y="51816"/>
                  </a:lnTo>
                  <a:lnTo>
                    <a:pt x="1891284" y="25908"/>
                  </a:lnTo>
                  <a:close/>
                </a:path>
                <a:path w="7278370" h="78104">
                  <a:moveTo>
                    <a:pt x="1943100" y="25908"/>
                  </a:moveTo>
                  <a:lnTo>
                    <a:pt x="1917191" y="25908"/>
                  </a:lnTo>
                  <a:lnTo>
                    <a:pt x="1917191" y="51816"/>
                  </a:lnTo>
                  <a:lnTo>
                    <a:pt x="1943100" y="51816"/>
                  </a:lnTo>
                  <a:lnTo>
                    <a:pt x="1943100" y="25908"/>
                  </a:lnTo>
                  <a:close/>
                </a:path>
                <a:path w="7278370" h="78104">
                  <a:moveTo>
                    <a:pt x="1994915" y="25908"/>
                  </a:moveTo>
                  <a:lnTo>
                    <a:pt x="1969008" y="25908"/>
                  </a:lnTo>
                  <a:lnTo>
                    <a:pt x="1969008" y="51816"/>
                  </a:lnTo>
                  <a:lnTo>
                    <a:pt x="1994915" y="51816"/>
                  </a:lnTo>
                  <a:lnTo>
                    <a:pt x="1994915" y="25908"/>
                  </a:lnTo>
                  <a:close/>
                </a:path>
                <a:path w="7278370" h="78104">
                  <a:moveTo>
                    <a:pt x="2046731" y="25908"/>
                  </a:moveTo>
                  <a:lnTo>
                    <a:pt x="2020824" y="25908"/>
                  </a:lnTo>
                  <a:lnTo>
                    <a:pt x="2020824" y="51816"/>
                  </a:lnTo>
                  <a:lnTo>
                    <a:pt x="2046731" y="51816"/>
                  </a:lnTo>
                  <a:lnTo>
                    <a:pt x="2046731" y="25908"/>
                  </a:lnTo>
                  <a:close/>
                </a:path>
                <a:path w="7278370" h="78104">
                  <a:moveTo>
                    <a:pt x="2098548" y="25908"/>
                  </a:moveTo>
                  <a:lnTo>
                    <a:pt x="2072639" y="25908"/>
                  </a:lnTo>
                  <a:lnTo>
                    <a:pt x="2072639" y="51816"/>
                  </a:lnTo>
                  <a:lnTo>
                    <a:pt x="2098548" y="51816"/>
                  </a:lnTo>
                  <a:lnTo>
                    <a:pt x="2098548" y="25908"/>
                  </a:lnTo>
                  <a:close/>
                </a:path>
                <a:path w="7278370" h="78104">
                  <a:moveTo>
                    <a:pt x="2150364" y="25908"/>
                  </a:moveTo>
                  <a:lnTo>
                    <a:pt x="2124455" y="25908"/>
                  </a:lnTo>
                  <a:lnTo>
                    <a:pt x="2124455" y="51816"/>
                  </a:lnTo>
                  <a:lnTo>
                    <a:pt x="2150364" y="51816"/>
                  </a:lnTo>
                  <a:lnTo>
                    <a:pt x="2150364" y="25908"/>
                  </a:lnTo>
                  <a:close/>
                </a:path>
                <a:path w="7278370" h="78104">
                  <a:moveTo>
                    <a:pt x="2202179" y="25908"/>
                  </a:moveTo>
                  <a:lnTo>
                    <a:pt x="2176271" y="25908"/>
                  </a:lnTo>
                  <a:lnTo>
                    <a:pt x="2176271" y="51816"/>
                  </a:lnTo>
                  <a:lnTo>
                    <a:pt x="2202179" y="51816"/>
                  </a:lnTo>
                  <a:lnTo>
                    <a:pt x="2202179" y="25908"/>
                  </a:lnTo>
                  <a:close/>
                </a:path>
                <a:path w="7278370" h="78104">
                  <a:moveTo>
                    <a:pt x="2253995" y="25908"/>
                  </a:moveTo>
                  <a:lnTo>
                    <a:pt x="2228088" y="25908"/>
                  </a:lnTo>
                  <a:lnTo>
                    <a:pt x="2228088" y="51816"/>
                  </a:lnTo>
                  <a:lnTo>
                    <a:pt x="2253995" y="51816"/>
                  </a:lnTo>
                  <a:lnTo>
                    <a:pt x="2253995" y="25908"/>
                  </a:lnTo>
                  <a:close/>
                </a:path>
                <a:path w="7278370" h="78104">
                  <a:moveTo>
                    <a:pt x="2305812" y="25908"/>
                  </a:moveTo>
                  <a:lnTo>
                    <a:pt x="2279904" y="25908"/>
                  </a:lnTo>
                  <a:lnTo>
                    <a:pt x="2279904" y="51816"/>
                  </a:lnTo>
                  <a:lnTo>
                    <a:pt x="2305812" y="51816"/>
                  </a:lnTo>
                  <a:lnTo>
                    <a:pt x="2305812" y="25908"/>
                  </a:lnTo>
                  <a:close/>
                </a:path>
                <a:path w="7278370" h="78104">
                  <a:moveTo>
                    <a:pt x="2357628" y="25908"/>
                  </a:moveTo>
                  <a:lnTo>
                    <a:pt x="2331719" y="25908"/>
                  </a:lnTo>
                  <a:lnTo>
                    <a:pt x="2331719" y="51816"/>
                  </a:lnTo>
                  <a:lnTo>
                    <a:pt x="2357628" y="51816"/>
                  </a:lnTo>
                  <a:lnTo>
                    <a:pt x="2357628" y="25908"/>
                  </a:lnTo>
                  <a:close/>
                </a:path>
                <a:path w="7278370" h="78104">
                  <a:moveTo>
                    <a:pt x="2409443" y="25908"/>
                  </a:moveTo>
                  <a:lnTo>
                    <a:pt x="2383536" y="25908"/>
                  </a:lnTo>
                  <a:lnTo>
                    <a:pt x="2383536" y="51816"/>
                  </a:lnTo>
                  <a:lnTo>
                    <a:pt x="2409443" y="51816"/>
                  </a:lnTo>
                  <a:lnTo>
                    <a:pt x="2409443" y="25908"/>
                  </a:lnTo>
                  <a:close/>
                </a:path>
                <a:path w="7278370" h="78104">
                  <a:moveTo>
                    <a:pt x="2461259" y="25908"/>
                  </a:moveTo>
                  <a:lnTo>
                    <a:pt x="2435352" y="25908"/>
                  </a:lnTo>
                  <a:lnTo>
                    <a:pt x="2435352" y="51816"/>
                  </a:lnTo>
                  <a:lnTo>
                    <a:pt x="2461259" y="51816"/>
                  </a:lnTo>
                  <a:lnTo>
                    <a:pt x="2461259" y="25908"/>
                  </a:lnTo>
                  <a:close/>
                </a:path>
                <a:path w="7278370" h="78104">
                  <a:moveTo>
                    <a:pt x="2513076" y="25908"/>
                  </a:moveTo>
                  <a:lnTo>
                    <a:pt x="2487167" y="25908"/>
                  </a:lnTo>
                  <a:lnTo>
                    <a:pt x="2487167" y="51816"/>
                  </a:lnTo>
                  <a:lnTo>
                    <a:pt x="2513076" y="51816"/>
                  </a:lnTo>
                  <a:lnTo>
                    <a:pt x="2513076" y="25908"/>
                  </a:lnTo>
                  <a:close/>
                </a:path>
                <a:path w="7278370" h="78104">
                  <a:moveTo>
                    <a:pt x="2564891" y="25908"/>
                  </a:moveTo>
                  <a:lnTo>
                    <a:pt x="2538983" y="25908"/>
                  </a:lnTo>
                  <a:lnTo>
                    <a:pt x="2538983" y="51816"/>
                  </a:lnTo>
                  <a:lnTo>
                    <a:pt x="2564891" y="51816"/>
                  </a:lnTo>
                  <a:lnTo>
                    <a:pt x="2564891" y="25908"/>
                  </a:lnTo>
                  <a:close/>
                </a:path>
                <a:path w="7278370" h="78104">
                  <a:moveTo>
                    <a:pt x="2616707" y="25908"/>
                  </a:moveTo>
                  <a:lnTo>
                    <a:pt x="2590800" y="25908"/>
                  </a:lnTo>
                  <a:lnTo>
                    <a:pt x="2590800" y="51816"/>
                  </a:lnTo>
                  <a:lnTo>
                    <a:pt x="2616707" y="51816"/>
                  </a:lnTo>
                  <a:lnTo>
                    <a:pt x="2616707" y="25908"/>
                  </a:lnTo>
                  <a:close/>
                </a:path>
                <a:path w="7278370" h="78104">
                  <a:moveTo>
                    <a:pt x="2668524" y="25908"/>
                  </a:moveTo>
                  <a:lnTo>
                    <a:pt x="2642616" y="25908"/>
                  </a:lnTo>
                  <a:lnTo>
                    <a:pt x="2642616" y="51816"/>
                  </a:lnTo>
                  <a:lnTo>
                    <a:pt x="2668524" y="51816"/>
                  </a:lnTo>
                  <a:lnTo>
                    <a:pt x="2668524" y="25908"/>
                  </a:lnTo>
                  <a:close/>
                </a:path>
                <a:path w="7278370" h="78104">
                  <a:moveTo>
                    <a:pt x="2720340" y="25908"/>
                  </a:moveTo>
                  <a:lnTo>
                    <a:pt x="2694431" y="25908"/>
                  </a:lnTo>
                  <a:lnTo>
                    <a:pt x="2694431" y="51816"/>
                  </a:lnTo>
                  <a:lnTo>
                    <a:pt x="2720340" y="51816"/>
                  </a:lnTo>
                  <a:lnTo>
                    <a:pt x="2720340" y="25908"/>
                  </a:lnTo>
                  <a:close/>
                </a:path>
                <a:path w="7278370" h="78104">
                  <a:moveTo>
                    <a:pt x="2772155" y="25908"/>
                  </a:moveTo>
                  <a:lnTo>
                    <a:pt x="2746247" y="25908"/>
                  </a:lnTo>
                  <a:lnTo>
                    <a:pt x="2746247" y="51816"/>
                  </a:lnTo>
                  <a:lnTo>
                    <a:pt x="2772155" y="51816"/>
                  </a:lnTo>
                  <a:lnTo>
                    <a:pt x="2772155" y="25908"/>
                  </a:lnTo>
                  <a:close/>
                </a:path>
                <a:path w="7278370" h="78104">
                  <a:moveTo>
                    <a:pt x="2823971" y="25908"/>
                  </a:moveTo>
                  <a:lnTo>
                    <a:pt x="2798064" y="25908"/>
                  </a:lnTo>
                  <a:lnTo>
                    <a:pt x="2798064" y="51816"/>
                  </a:lnTo>
                  <a:lnTo>
                    <a:pt x="2823971" y="51816"/>
                  </a:lnTo>
                  <a:lnTo>
                    <a:pt x="2823971" y="25908"/>
                  </a:lnTo>
                  <a:close/>
                </a:path>
                <a:path w="7278370" h="78104">
                  <a:moveTo>
                    <a:pt x="2875788" y="25908"/>
                  </a:moveTo>
                  <a:lnTo>
                    <a:pt x="2849879" y="25908"/>
                  </a:lnTo>
                  <a:lnTo>
                    <a:pt x="2849879" y="51816"/>
                  </a:lnTo>
                  <a:lnTo>
                    <a:pt x="2875788" y="51816"/>
                  </a:lnTo>
                  <a:lnTo>
                    <a:pt x="2875788" y="25908"/>
                  </a:lnTo>
                  <a:close/>
                </a:path>
                <a:path w="7278370" h="78104">
                  <a:moveTo>
                    <a:pt x="2927604" y="25908"/>
                  </a:moveTo>
                  <a:lnTo>
                    <a:pt x="2901695" y="25908"/>
                  </a:lnTo>
                  <a:lnTo>
                    <a:pt x="2901695" y="51816"/>
                  </a:lnTo>
                  <a:lnTo>
                    <a:pt x="2927604" y="51816"/>
                  </a:lnTo>
                  <a:lnTo>
                    <a:pt x="2927604" y="25908"/>
                  </a:lnTo>
                  <a:close/>
                </a:path>
                <a:path w="7278370" h="78104">
                  <a:moveTo>
                    <a:pt x="2979419" y="25908"/>
                  </a:moveTo>
                  <a:lnTo>
                    <a:pt x="2953512" y="25908"/>
                  </a:lnTo>
                  <a:lnTo>
                    <a:pt x="2953512" y="51816"/>
                  </a:lnTo>
                  <a:lnTo>
                    <a:pt x="2979419" y="51816"/>
                  </a:lnTo>
                  <a:lnTo>
                    <a:pt x="2979419" y="25908"/>
                  </a:lnTo>
                  <a:close/>
                </a:path>
                <a:path w="7278370" h="78104">
                  <a:moveTo>
                    <a:pt x="3031236" y="25908"/>
                  </a:moveTo>
                  <a:lnTo>
                    <a:pt x="3005328" y="25908"/>
                  </a:lnTo>
                  <a:lnTo>
                    <a:pt x="3005328" y="51816"/>
                  </a:lnTo>
                  <a:lnTo>
                    <a:pt x="3031236" y="51816"/>
                  </a:lnTo>
                  <a:lnTo>
                    <a:pt x="3031236" y="25908"/>
                  </a:lnTo>
                  <a:close/>
                </a:path>
                <a:path w="7278370" h="78104">
                  <a:moveTo>
                    <a:pt x="3083052" y="25908"/>
                  </a:moveTo>
                  <a:lnTo>
                    <a:pt x="3057143" y="25908"/>
                  </a:lnTo>
                  <a:lnTo>
                    <a:pt x="3057143" y="51816"/>
                  </a:lnTo>
                  <a:lnTo>
                    <a:pt x="3083052" y="51816"/>
                  </a:lnTo>
                  <a:lnTo>
                    <a:pt x="3083052" y="25908"/>
                  </a:lnTo>
                  <a:close/>
                </a:path>
                <a:path w="7278370" h="78104">
                  <a:moveTo>
                    <a:pt x="3134867" y="25908"/>
                  </a:moveTo>
                  <a:lnTo>
                    <a:pt x="3108959" y="25908"/>
                  </a:lnTo>
                  <a:lnTo>
                    <a:pt x="3108959" y="51816"/>
                  </a:lnTo>
                  <a:lnTo>
                    <a:pt x="3134867" y="51816"/>
                  </a:lnTo>
                  <a:lnTo>
                    <a:pt x="3134867" y="25908"/>
                  </a:lnTo>
                  <a:close/>
                </a:path>
                <a:path w="7278370" h="78104">
                  <a:moveTo>
                    <a:pt x="3186683" y="25908"/>
                  </a:moveTo>
                  <a:lnTo>
                    <a:pt x="3160776" y="25908"/>
                  </a:lnTo>
                  <a:lnTo>
                    <a:pt x="3160776" y="51816"/>
                  </a:lnTo>
                  <a:lnTo>
                    <a:pt x="3186683" y="51816"/>
                  </a:lnTo>
                  <a:lnTo>
                    <a:pt x="3186683" y="25908"/>
                  </a:lnTo>
                  <a:close/>
                </a:path>
                <a:path w="7278370" h="78104">
                  <a:moveTo>
                    <a:pt x="3238500" y="25908"/>
                  </a:moveTo>
                  <a:lnTo>
                    <a:pt x="3212591" y="25908"/>
                  </a:lnTo>
                  <a:lnTo>
                    <a:pt x="3212591" y="51816"/>
                  </a:lnTo>
                  <a:lnTo>
                    <a:pt x="3238500" y="51816"/>
                  </a:lnTo>
                  <a:lnTo>
                    <a:pt x="3238500" y="25908"/>
                  </a:lnTo>
                  <a:close/>
                </a:path>
                <a:path w="7278370" h="78104">
                  <a:moveTo>
                    <a:pt x="3290316" y="25908"/>
                  </a:moveTo>
                  <a:lnTo>
                    <a:pt x="3264407" y="25908"/>
                  </a:lnTo>
                  <a:lnTo>
                    <a:pt x="3264407" y="51816"/>
                  </a:lnTo>
                  <a:lnTo>
                    <a:pt x="3290316" y="51816"/>
                  </a:lnTo>
                  <a:lnTo>
                    <a:pt x="3290316" y="25908"/>
                  </a:lnTo>
                  <a:close/>
                </a:path>
                <a:path w="7278370" h="78104">
                  <a:moveTo>
                    <a:pt x="3342131" y="25908"/>
                  </a:moveTo>
                  <a:lnTo>
                    <a:pt x="3316224" y="25908"/>
                  </a:lnTo>
                  <a:lnTo>
                    <a:pt x="3316224" y="51816"/>
                  </a:lnTo>
                  <a:lnTo>
                    <a:pt x="3342131" y="51816"/>
                  </a:lnTo>
                  <a:lnTo>
                    <a:pt x="3342131" y="25908"/>
                  </a:lnTo>
                  <a:close/>
                </a:path>
                <a:path w="7278370" h="78104">
                  <a:moveTo>
                    <a:pt x="3393947" y="25908"/>
                  </a:moveTo>
                  <a:lnTo>
                    <a:pt x="3368040" y="25908"/>
                  </a:lnTo>
                  <a:lnTo>
                    <a:pt x="3368040" y="51816"/>
                  </a:lnTo>
                  <a:lnTo>
                    <a:pt x="3393947" y="51816"/>
                  </a:lnTo>
                  <a:lnTo>
                    <a:pt x="3393947" y="25908"/>
                  </a:lnTo>
                  <a:close/>
                </a:path>
                <a:path w="7278370" h="78104">
                  <a:moveTo>
                    <a:pt x="3445764" y="25908"/>
                  </a:moveTo>
                  <a:lnTo>
                    <a:pt x="3419855" y="25908"/>
                  </a:lnTo>
                  <a:lnTo>
                    <a:pt x="3419855" y="51816"/>
                  </a:lnTo>
                  <a:lnTo>
                    <a:pt x="3445764" y="51816"/>
                  </a:lnTo>
                  <a:lnTo>
                    <a:pt x="3445764" y="25908"/>
                  </a:lnTo>
                  <a:close/>
                </a:path>
                <a:path w="7278370" h="78104">
                  <a:moveTo>
                    <a:pt x="3497579" y="25908"/>
                  </a:moveTo>
                  <a:lnTo>
                    <a:pt x="3471671" y="25908"/>
                  </a:lnTo>
                  <a:lnTo>
                    <a:pt x="3471671" y="51816"/>
                  </a:lnTo>
                  <a:lnTo>
                    <a:pt x="3497579" y="51816"/>
                  </a:lnTo>
                  <a:lnTo>
                    <a:pt x="3497579" y="25908"/>
                  </a:lnTo>
                  <a:close/>
                </a:path>
                <a:path w="7278370" h="78104">
                  <a:moveTo>
                    <a:pt x="3549395" y="25908"/>
                  </a:moveTo>
                  <a:lnTo>
                    <a:pt x="3523488" y="25908"/>
                  </a:lnTo>
                  <a:lnTo>
                    <a:pt x="3523488" y="51816"/>
                  </a:lnTo>
                  <a:lnTo>
                    <a:pt x="3549395" y="51816"/>
                  </a:lnTo>
                  <a:lnTo>
                    <a:pt x="3549395" y="25908"/>
                  </a:lnTo>
                  <a:close/>
                </a:path>
                <a:path w="7278370" h="78104">
                  <a:moveTo>
                    <a:pt x="3601212" y="25908"/>
                  </a:moveTo>
                  <a:lnTo>
                    <a:pt x="3575304" y="25908"/>
                  </a:lnTo>
                  <a:lnTo>
                    <a:pt x="3575304" y="51816"/>
                  </a:lnTo>
                  <a:lnTo>
                    <a:pt x="3601212" y="51816"/>
                  </a:lnTo>
                  <a:lnTo>
                    <a:pt x="3601212" y="25908"/>
                  </a:lnTo>
                  <a:close/>
                </a:path>
                <a:path w="7278370" h="78104">
                  <a:moveTo>
                    <a:pt x="3653028" y="25908"/>
                  </a:moveTo>
                  <a:lnTo>
                    <a:pt x="3627119" y="25908"/>
                  </a:lnTo>
                  <a:lnTo>
                    <a:pt x="3627119" y="51816"/>
                  </a:lnTo>
                  <a:lnTo>
                    <a:pt x="3653028" y="51816"/>
                  </a:lnTo>
                  <a:lnTo>
                    <a:pt x="3653028" y="25908"/>
                  </a:lnTo>
                  <a:close/>
                </a:path>
                <a:path w="7278370" h="78104">
                  <a:moveTo>
                    <a:pt x="3704843" y="25908"/>
                  </a:moveTo>
                  <a:lnTo>
                    <a:pt x="3678936" y="25908"/>
                  </a:lnTo>
                  <a:lnTo>
                    <a:pt x="3678936" y="51816"/>
                  </a:lnTo>
                  <a:lnTo>
                    <a:pt x="3704843" y="51816"/>
                  </a:lnTo>
                  <a:lnTo>
                    <a:pt x="3704843" y="25908"/>
                  </a:lnTo>
                  <a:close/>
                </a:path>
                <a:path w="7278370" h="78104">
                  <a:moveTo>
                    <a:pt x="3756659" y="25908"/>
                  </a:moveTo>
                  <a:lnTo>
                    <a:pt x="3730752" y="25908"/>
                  </a:lnTo>
                  <a:lnTo>
                    <a:pt x="3730752" y="51816"/>
                  </a:lnTo>
                  <a:lnTo>
                    <a:pt x="3756659" y="51816"/>
                  </a:lnTo>
                  <a:lnTo>
                    <a:pt x="3756659" y="25908"/>
                  </a:lnTo>
                  <a:close/>
                </a:path>
                <a:path w="7278370" h="78104">
                  <a:moveTo>
                    <a:pt x="3808476" y="25908"/>
                  </a:moveTo>
                  <a:lnTo>
                    <a:pt x="3782567" y="25908"/>
                  </a:lnTo>
                  <a:lnTo>
                    <a:pt x="3782567" y="51816"/>
                  </a:lnTo>
                  <a:lnTo>
                    <a:pt x="3808476" y="51816"/>
                  </a:lnTo>
                  <a:lnTo>
                    <a:pt x="3808476" y="25908"/>
                  </a:lnTo>
                  <a:close/>
                </a:path>
                <a:path w="7278370" h="78104">
                  <a:moveTo>
                    <a:pt x="3860291" y="25908"/>
                  </a:moveTo>
                  <a:lnTo>
                    <a:pt x="3834383" y="25908"/>
                  </a:lnTo>
                  <a:lnTo>
                    <a:pt x="3834383" y="51816"/>
                  </a:lnTo>
                  <a:lnTo>
                    <a:pt x="3860291" y="51816"/>
                  </a:lnTo>
                  <a:lnTo>
                    <a:pt x="3860291" y="25908"/>
                  </a:lnTo>
                  <a:close/>
                </a:path>
                <a:path w="7278370" h="78104">
                  <a:moveTo>
                    <a:pt x="3912107" y="25908"/>
                  </a:moveTo>
                  <a:lnTo>
                    <a:pt x="3886200" y="25908"/>
                  </a:lnTo>
                  <a:lnTo>
                    <a:pt x="3886200" y="51816"/>
                  </a:lnTo>
                  <a:lnTo>
                    <a:pt x="3912107" y="51816"/>
                  </a:lnTo>
                  <a:lnTo>
                    <a:pt x="3912107" y="25908"/>
                  </a:lnTo>
                  <a:close/>
                </a:path>
                <a:path w="7278370" h="78104">
                  <a:moveTo>
                    <a:pt x="3963924" y="25908"/>
                  </a:moveTo>
                  <a:lnTo>
                    <a:pt x="3938016" y="25908"/>
                  </a:lnTo>
                  <a:lnTo>
                    <a:pt x="3938016" y="51816"/>
                  </a:lnTo>
                  <a:lnTo>
                    <a:pt x="3963924" y="51816"/>
                  </a:lnTo>
                  <a:lnTo>
                    <a:pt x="3963924" y="25908"/>
                  </a:lnTo>
                  <a:close/>
                </a:path>
                <a:path w="7278370" h="78104">
                  <a:moveTo>
                    <a:pt x="4015740" y="25908"/>
                  </a:moveTo>
                  <a:lnTo>
                    <a:pt x="3989831" y="25908"/>
                  </a:lnTo>
                  <a:lnTo>
                    <a:pt x="3989831" y="51816"/>
                  </a:lnTo>
                  <a:lnTo>
                    <a:pt x="4015740" y="51816"/>
                  </a:lnTo>
                  <a:lnTo>
                    <a:pt x="4015740" y="25908"/>
                  </a:lnTo>
                  <a:close/>
                </a:path>
                <a:path w="7278370" h="78104">
                  <a:moveTo>
                    <a:pt x="4067555" y="25908"/>
                  </a:moveTo>
                  <a:lnTo>
                    <a:pt x="4041647" y="25908"/>
                  </a:lnTo>
                  <a:lnTo>
                    <a:pt x="4041647" y="51816"/>
                  </a:lnTo>
                  <a:lnTo>
                    <a:pt x="4067555" y="51816"/>
                  </a:lnTo>
                  <a:lnTo>
                    <a:pt x="4067555" y="25908"/>
                  </a:lnTo>
                  <a:close/>
                </a:path>
                <a:path w="7278370" h="78104">
                  <a:moveTo>
                    <a:pt x="4119371" y="25908"/>
                  </a:moveTo>
                  <a:lnTo>
                    <a:pt x="4093464" y="25908"/>
                  </a:lnTo>
                  <a:lnTo>
                    <a:pt x="4093464" y="51816"/>
                  </a:lnTo>
                  <a:lnTo>
                    <a:pt x="4119371" y="51816"/>
                  </a:lnTo>
                  <a:lnTo>
                    <a:pt x="4119371" y="25908"/>
                  </a:lnTo>
                  <a:close/>
                </a:path>
                <a:path w="7278370" h="78104">
                  <a:moveTo>
                    <a:pt x="4171188" y="25908"/>
                  </a:moveTo>
                  <a:lnTo>
                    <a:pt x="4145279" y="25908"/>
                  </a:lnTo>
                  <a:lnTo>
                    <a:pt x="4145279" y="51816"/>
                  </a:lnTo>
                  <a:lnTo>
                    <a:pt x="4171188" y="51816"/>
                  </a:lnTo>
                  <a:lnTo>
                    <a:pt x="4171188" y="25908"/>
                  </a:lnTo>
                  <a:close/>
                </a:path>
                <a:path w="7278370" h="78104">
                  <a:moveTo>
                    <a:pt x="4223004" y="25908"/>
                  </a:moveTo>
                  <a:lnTo>
                    <a:pt x="4197095" y="25908"/>
                  </a:lnTo>
                  <a:lnTo>
                    <a:pt x="4197095" y="51816"/>
                  </a:lnTo>
                  <a:lnTo>
                    <a:pt x="4223004" y="51816"/>
                  </a:lnTo>
                  <a:lnTo>
                    <a:pt x="4223004" y="25908"/>
                  </a:lnTo>
                  <a:close/>
                </a:path>
                <a:path w="7278370" h="78104">
                  <a:moveTo>
                    <a:pt x="4274820" y="25908"/>
                  </a:moveTo>
                  <a:lnTo>
                    <a:pt x="4248912" y="25908"/>
                  </a:lnTo>
                  <a:lnTo>
                    <a:pt x="4248912" y="51816"/>
                  </a:lnTo>
                  <a:lnTo>
                    <a:pt x="4274820" y="51816"/>
                  </a:lnTo>
                  <a:lnTo>
                    <a:pt x="4274820" y="25908"/>
                  </a:lnTo>
                  <a:close/>
                </a:path>
                <a:path w="7278370" h="78104">
                  <a:moveTo>
                    <a:pt x="4326636" y="25908"/>
                  </a:moveTo>
                  <a:lnTo>
                    <a:pt x="4300728" y="25908"/>
                  </a:lnTo>
                  <a:lnTo>
                    <a:pt x="4300728" y="51816"/>
                  </a:lnTo>
                  <a:lnTo>
                    <a:pt x="4326636" y="51816"/>
                  </a:lnTo>
                  <a:lnTo>
                    <a:pt x="4326636" y="25908"/>
                  </a:lnTo>
                  <a:close/>
                </a:path>
                <a:path w="7278370" h="78104">
                  <a:moveTo>
                    <a:pt x="4378452" y="25908"/>
                  </a:moveTo>
                  <a:lnTo>
                    <a:pt x="4352544" y="25908"/>
                  </a:lnTo>
                  <a:lnTo>
                    <a:pt x="4352544" y="51816"/>
                  </a:lnTo>
                  <a:lnTo>
                    <a:pt x="4378452" y="51816"/>
                  </a:lnTo>
                  <a:lnTo>
                    <a:pt x="4378452" y="25908"/>
                  </a:lnTo>
                  <a:close/>
                </a:path>
                <a:path w="7278370" h="78104">
                  <a:moveTo>
                    <a:pt x="4430268" y="25908"/>
                  </a:moveTo>
                  <a:lnTo>
                    <a:pt x="4404359" y="25908"/>
                  </a:lnTo>
                  <a:lnTo>
                    <a:pt x="4404359" y="51816"/>
                  </a:lnTo>
                  <a:lnTo>
                    <a:pt x="4430268" y="51816"/>
                  </a:lnTo>
                  <a:lnTo>
                    <a:pt x="4430268" y="25908"/>
                  </a:lnTo>
                  <a:close/>
                </a:path>
                <a:path w="7278370" h="78104">
                  <a:moveTo>
                    <a:pt x="4482083" y="25908"/>
                  </a:moveTo>
                  <a:lnTo>
                    <a:pt x="4456176" y="25908"/>
                  </a:lnTo>
                  <a:lnTo>
                    <a:pt x="4456176" y="51816"/>
                  </a:lnTo>
                  <a:lnTo>
                    <a:pt x="4482083" y="51816"/>
                  </a:lnTo>
                  <a:lnTo>
                    <a:pt x="4482083" y="25908"/>
                  </a:lnTo>
                  <a:close/>
                </a:path>
                <a:path w="7278370" h="78104">
                  <a:moveTo>
                    <a:pt x="4533900" y="25908"/>
                  </a:moveTo>
                  <a:lnTo>
                    <a:pt x="4507992" y="25908"/>
                  </a:lnTo>
                  <a:lnTo>
                    <a:pt x="4507992" y="51816"/>
                  </a:lnTo>
                  <a:lnTo>
                    <a:pt x="4533900" y="51816"/>
                  </a:lnTo>
                  <a:lnTo>
                    <a:pt x="4533900" y="25908"/>
                  </a:lnTo>
                  <a:close/>
                </a:path>
                <a:path w="7278370" h="78104">
                  <a:moveTo>
                    <a:pt x="4585716" y="25908"/>
                  </a:moveTo>
                  <a:lnTo>
                    <a:pt x="4559808" y="25908"/>
                  </a:lnTo>
                  <a:lnTo>
                    <a:pt x="4559808" y="51816"/>
                  </a:lnTo>
                  <a:lnTo>
                    <a:pt x="4585716" y="51816"/>
                  </a:lnTo>
                  <a:lnTo>
                    <a:pt x="4585716" y="25908"/>
                  </a:lnTo>
                  <a:close/>
                </a:path>
                <a:path w="7278370" h="78104">
                  <a:moveTo>
                    <a:pt x="4637532" y="25908"/>
                  </a:moveTo>
                  <a:lnTo>
                    <a:pt x="4611624" y="25908"/>
                  </a:lnTo>
                  <a:lnTo>
                    <a:pt x="4611624" y="51816"/>
                  </a:lnTo>
                  <a:lnTo>
                    <a:pt x="4637532" y="51816"/>
                  </a:lnTo>
                  <a:lnTo>
                    <a:pt x="4637532" y="25908"/>
                  </a:lnTo>
                  <a:close/>
                </a:path>
                <a:path w="7278370" h="78104">
                  <a:moveTo>
                    <a:pt x="4689347" y="25908"/>
                  </a:moveTo>
                  <a:lnTo>
                    <a:pt x="4663440" y="25908"/>
                  </a:lnTo>
                  <a:lnTo>
                    <a:pt x="4663440" y="51816"/>
                  </a:lnTo>
                  <a:lnTo>
                    <a:pt x="4689347" y="51816"/>
                  </a:lnTo>
                  <a:lnTo>
                    <a:pt x="4689347" y="25908"/>
                  </a:lnTo>
                  <a:close/>
                </a:path>
                <a:path w="7278370" h="78104">
                  <a:moveTo>
                    <a:pt x="4741164" y="25908"/>
                  </a:moveTo>
                  <a:lnTo>
                    <a:pt x="4715256" y="25908"/>
                  </a:lnTo>
                  <a:lnTo>
                    <a:pt x="4715256" y="51816"/>
                  </a:lnTo>
                  <a:lnTo>
                    <a:pt x="4741164" y="51816"/>
                  </a:lnTo>
                  <a:lnTo>
                    <a:pt x="4741164" y="25908"/>
                  </a:lnTo>
                  <a:close/>
                </a:path>
                <a:path w="7278370" h="78104">
                  <a:moveTo>
                    <a:pt x="4792980" y="25908"/>
                  </a:moveTo>
                  <a:lnTo>
                    <a:pt x="4767071" y="25908"/>
                  </a:lnTo>
                  <a:lnTo>
                    <a:pt x="4767071" y="51816"/>
                  </a:lnTo>
                  <a:lnTo>
                    <a:pt x="4792980" y="51816"/>
                  </a:lnTo>
                  <a:lnTo>
                    <a:pt x="4792980" y="25908"/>
                  </a:lnTo>
                  <a:close/>
                </a:path>
                <a:path w="7278370" h="78104">
                  <a:moveTo>
                    <a:pt x="4844795" y="25908"/>
                  </a:moveTo>
                  <a:lnTo>
                    <a:pt x="4818888" y="25908"/>
                  </a:lnTo>
                  <a:lnTo>
                    <a:pt x="4818888" y="51816"/>
                  </a:lnTo>
                  <a:lnTo>
                    <a:pt x="4844795" y="51816"/>
                  </a:lnTo>
                  <a:lnTo>
                    <a:pt x="4844795" y="25908"/>
                  </a:lnTo>
                  <a:close/>
                </a:path>
                <a:path w="7278370" h="78104">
                  <a:moveTo>
                    <a:pt x="4896612" y="25908"/>
                  </a:moveTo>
                  <a:lnTo>
                    <a:pt x="4870704" y="25908"/>
                  </a:lnTo>
                  <a:lnTo>
                    <a:pt x="4870704" y="51816"/>
                  </a:lnTo>
                  <a:lnTo>
                    <a:pt x="4896612" y="51816"/>
                  </a:lnTo>
                  <a:lnTo>
                    <a:pt x="4896612" y="25908"/>
                  </a:lnTo>
                  <a:close/>
                </a:path>
                <a:path w="7278370" h="78104">
                  <a:moveTo>
                    <a:pt x="4948428" y="25908"/>
                  </a:moveTo>
                  <a:lnTo>
                    <a:pt x="4922520" y="25908"/>
                  </a:lnTo>
                  <a:lnTo>
                    <a:pt x="4922520" y="51816"/>
                  </a:lnTo>
                  <a:lnTo>
                    <a:pt x="4948428" y="51816"/>
                  </a:lnTo>
                  <a:lnTo>
                    <a:pt x="4948428" y="25908"/>
                  </a:lnTo>
                  <a:close/>
                </a:path>
                <a:path w="7278370" h="78104">
                  <a:moveTo>
                    <a:pt x="5000244" y="25908"/>
                  </a:moveTo>
                  <a:lnTo>
                    <a:pt x="4974336" y="25908"/>
                  </a:lnTo>
                  <a:lnTo>
                    <a:pt x="4974336" y="51816"/>
                  </a:lnTo>
                  <a:lnTo>
                    <a:pt x="5000244" y="51816"/>
                  </a:lnTo>
                  <a:lnTo>
                    <a:pt x="5000244" y="25908"/>
                  </a:lnTo>
                  <a:close/>
                </a:path>
                <a:path w="7278370" h="78104">
                  <a:moveTo>
                    <a:pt x="5052059" y="25908"/>
                  </a:moveTo>
                  <a:lnTo>
                    <a:pt x="5026152" y="25908"/>
                  </a:lnTo>
                  <a:lnTo>
                    <a:pt x="5026152" y="51816"/>
                  </a:lnTo>
                  <a:lnTo>
                    <a:pt x="5052059" y="51816"/>
                  </a:lnTo>
                  <a:lnTo>
                    <a:pt x="5052059" y="25908"/>
                  </a:lnTo>
                  <a:close/>
                </a:path>
                <a:path w="7278370" h="78104">
                  <a:moveTo>
                    <a:pt x="5103876" y="25908"/>
                  </a:moveTo>
                  <a:lnTo>
                    <a:pt x="5077968" y="25908"/>
                  </a:lnTo>
                  <a:lnTo>
                    <a:pt x="5077968" y="51816"/>
                  </a:lnTo>
                  <a:lnTo>
                    <a:pt x="5103876" y="51816"/>
                  </a:lnTo>
                  <a:lnTo>
                    <a:pt x="5103876" y="25908"/>
                  </a:lnTo>
                  <a:close/>
                </a:path>
                <a:path w="7278370" h="78104">
                  <a:moveTo>
                    <a:pt x="5155692" y="25908"/>
                  </a:moveTo>
                  <a:lnTo>
                    <a:pt x="5129783" y="25908"/>
                  </a:lnTo>
                  <a:lnTo>
                    <a:pt x="5129783" y="51816"/>
                  </a:lnTo>
                  <a:lnTo>
                    <a:pt x="5155692" y="51816"/>
                  </a:lnTo>
                  <a:lnTo>
                    <a:pt x="5155692" y="25908"/>
                  </a:lnTo>
                  <a:close/>
                </a:path>
                <a:path w="7278370" h="78104">
                  <a:moveTo>
                    <a:pt x="5207508" y="25908"/>
                  </a:moveTo>
                  <a:lnTo>
                    <a:pt x="5181600" y="25908"/>
                  </a:lnTo>
                  <a:lnTo>
                    <a:pt x="5181600" y="51816"/>
                  </a:lnTo>
                  <a:lnTo>
                    <a:pt x="5207508" y="51816"/>
                  </a:lnTo>
                  <a:lnTo>
                    <a:pt x="5207508" y="25908"/>
                  </a:lnTo>
                  <a:close/>
                </a:path>
                <a:path w="7278370" h="78104">
                  <a:moveTo>
                    <a:pt x="5259324" y="25908"/>
                  </a:moveTo>
                  <a:lnTo>
                    <a:pt x="5233416" y="25908"/>
                  </a:lnTo>
                  <a:lnTo>
                    <a:pt x="5233416" y="51816"/>
                  </a:lnTo>
                  <a:lnTo>
                    <a:pt x="5259324" y="51816"/>
                  </a:lnTo>
                  <a:lnTo>
                    <a:pt x="5259324" y="25908"/>
                  </a:lnTo>
                  <a:close/>
                </a:path>
                <a:path w="7278370" h="78104">
                  <a:moveTo>
                    <a:pt x="5311140" y="25908"/>
                  </a:moveTo>
                  <a:lnTo>
                    <a:pt x="5285232" y="25908"/>
                  </a:lnTo>
                  <a:lnTo>
                    <a:pt x="5285232" y="51816"/>
                  </a:lnTo>
                  <a:lnTo>
                    <a:pt x="5311140" y="51816"/>
                  </a:lnTo>
                  <a:lnTo>
                    <a:pt x="5311140" y="25908"/>
                  </a:lnTo>
                  <a:close/>
                </a:path>
                <a:path w="7278370" h="78104">
                  <a:moveTo>
                    <a:pt x="5362956" y="25908"/>
                  </a:moveTo>
                  <a:lnTo>
                    <a:pt x="5337047" y="25908"/>
                  </a:lnTo>
                  <a:lnTo>
                    <a:pt x="5337047" y="51816"/>
                  </a:lnTo>
                  <a:lnTo>
                    <a:pt x="5362956" y="51816"/>
                  </a:lnTo>
                  <a:lnTo>
                    <a:pt x="5362956" y="25908"/>
                  </a:lnTo>
                  <a:close/>
                </a:path>
                <a:path w="7278370" h="78104">
                  <a:moveTo>
                    <a:pt x="5414771" y="25908"/>
                  </a:moveTo>
                  <a:lnTo>
                    <a:pt x="5388864" y="25908"/>
                  </a:lnTo>
                  <a:lnTo>
                    <a:pt x="5388864" y="51816"/>
                  </a:lnTo>
                  <a:lnTo>
                    <a:pt x="5414771" y="51816"/>
                  </a:lnTo>
                  <a:lnTo>
                    <a:pt x="5414771" y="25908"/>
                  </a:lnTo>
                  <a:close/>
                </a:path>
                <a:path w="7278370" h="78104">
                  <a:moveTo>
                    <a:pt x="5466588" y="25908"/>
                  </a:moveTo>
                  <a:lnTo>
                    <a:pt x="5440680" y="25908"/>
                  </a:lnTo>
                  <a:lnTo>
                    <a:pt x="5440680" y="51816"/>
                  </a:lnTo>
                  <a:lnTo>
                    <a:pt x="5466588" y="51816"/>
                  </a:lnTo>
                  <a:lnTo>
                    <a:pt x="5466588" y="25908"/>
                  </a:lnTo>
                  <a:close/>
                </a:path>
                <a:path w="7278370" h="78104">
                  <a:moveTo>
                    <a:pt x="5518403" y="25908"/>
                  </a:moveTo>
                  <a:lnTo>
                    <a:pt x="5492495" y="25908"/>
                  </a:lnTo>
                  <a:lnTo>
                    <a:pt x="5492495" y="51816"/>
                  </a:lnTo>
                  <a:lnTo>
                    <a:pt x="5518403" y="51816"/>
                  </a:lnTo>
                  <a:lnTo>
                    <a:pt x="5518403" y="25908"/>
                  </a:lnTo>
                  <a:close/>
                </a:path>
                <a:path w="7278370" h="78104">
                  <a:moveTo>
                    <a:pt x="5570220" y="25908"/>
                  </a:moveTo>
                  <a:lnTo>
                    <a:pt x="5544312" y="25908"/>
                  </a:lnTo>
                  <a:lnTo>
                    <a:pt x="5544312" y="51816"/>
                  </a:lnTo>
                  <a:lnTo>
                    <a:pt x="5570220" y="51816"/>
                  </a:lnTo>
                  <a:lnTo>
                    <a:pt x="5570220" y="25908"/>
                  </a:lnTo>
                  <a:close/>
                </a:path>
                <a:path w="7278370" h="78104">
                  <a:moveTo>
                    <a:pt x="5622036" y="25908"/>
                  </a:moveTo>
                  <a:lnTo>
                    <a:pt x="5596127" y="25908"/>
                  </a:lnTo>
                  <a:lnTo>
                    <a:pt x="5596127" y="51816"/>
                  </a:lnTo>
                  <a:lnTo>
                    <a:pt x="5622036" y="51816"/>
                  </a:lnTo>
                  <a:lnTo>
                    <a:pt x="5622036" y="25908"/>
                  </a:lnTo>
                  <a:close/>
                </a:path>
                <a:path w="7278370" h="78104">
                  <a:moveTo>
                    <a:pt x="5673851" y="25908"/>
                  </a:moveTo>
                  <a:lnTo>
                    <a:pt x="5647944" y="25908"/>
                  </a:lnTo>
                  <a:lnTo>
                    <a:pt x="5647944" y="51816"/>
                  </a:lnTo>
                  <a:lnTo>
                    <a:pt x="5673851" y="51816"/>
                  </a:lnTo>
                  <a:lnTo>
                    <a:pt x="5673851" y="25908"/>
                  </a:lnTo>
                  <a:close/>
                </a:path>
                <a:path w="7278370" h="78104">
                  <a:moveTo>
                    <a:pt x="5725668" y="25908"/>
                  </a:moveTo>
                  <a:lnTo>
                    <a:pt x="5699760" y="25908"/>
                  </a:lnTo>
                  <a:lnTo>
                    <a:pt x="5699760" y="51816"/>
                  </a:lnTo>
                  <a:lnTo>
                    <a:pt x="5725668" y="51816"/>
                  </a:lnTo>
                  <a:lnTo>
                    <a:pt x="5725668" y="25908"/>
                  </a:lnTo>
                  <a:close/>
                </a:path>
                <a:path w="7278370" h="78104">
                  <a:moveTo>
                    <a:pt x="5777484" y="25908"/>
                  </a:moveTo>
                  <a:lnTo>
                    <a:pt x="5751575" y="25908"/>
                  </a:lnTo>
                  <a:lnTo>
                    <a:pt x="5751575" y="51816"/>
                  </a:lnTo>
                  <a:lnTo>
                    <a:pt x="5777484" y="51816"/>
                  </a:lnTo>
                  <a:lnTo>
                    <a:pt x="5777484" y="25908"/>
                  </a:lnTo>
                  <a:close/>
                </a:path>
                <a:path w="7278370" h="78104">
                  <a:moveTo>
                    <a:pt x="5829299" y="25908"/>
                  </a:moveTo>
                  <a:lnTo>
                    <a:pt x="5803392" y="25908"/>
                  </a:lnTo>
                  <a:lnTo>
                    <a:pt x="5803392" y="51816"/>
                  </a:lnTo>
                  <a:lnTo>
                    <a:pt x="5829299" y="51816"/>
                  </a:lnTo>
                  <a:lnTo>
                    <a:pt x="5829299" y="25908"/>
                  </a:lnTo>
                  <a:close/>
                </a:path>
                <a:path w="7278370" h="78104">
                  <a:moveTo>
                    <a:pt x="5881116" y="25908"/>
                  </a:moveTo>
                  <a:lnTo>
                    <a:pt x="5855208" y="25908"/>
                  </a:lnTo>
                  <a:lnTo>
                    <a:pt x="5855208" y="51816"/>
                  </a:lnTo>
                  <a:lnTo>
                    <a:pt x="5881116" y="51816"/>
                  </a:lnTo>
                  <a:lnTo>
                    <a:pt x="5881116" y="25908"/>
                  </a:lnTo>
                  <a:close/>
                </a:path>
                <a:path w="7278370" h="78104">
                  <a:moveTo>
                    <a:pt x="5932932" y="25908"/>
                  </a:moveTo>
                  <a:lnTo>
                    <a:pt x="5907023" y="25908"/>
                  </a:lnTo>
                  <a:lnTo>
                    <a:pt x="5907023" y="51816"/>
                  </a:lnTo>
                  <a:lnTo>
                    <a:pt x="5932932" y="51816"/>
                  </a:lnTo>
                  <a:lnTo>
                    <a:pt x="5932932" y="25908"/>
                  </a:lnTo>
                  <a:close/>
                </a:path>
                <a:path w="7278370" h="78104">
                  <a:moveTo>
                    <a:pt x="5984747" y="25908"/>
                  </a:moveTo>
                  <a:lnTo>
                    <a:pt x="5958840" y="25908"/>
                  </a:lnTo>
                  <a:lnTo>
                    <a:pt x="5958840" y="51816"/>
                  </a:lnTo>
                  <a:lnTo>
                    <a:pt x="5984747" y="51816"/>
                  </a:lnTo>
                  <a:lnTo>
                    <a:pt x="5984747" y="25908"/>
                  </a:lnTo>
                  <a:close/>
                </a:path>
                <a:path w="7278370" h="78104">
                  <a:moveTo>
                    <a:pt x="6036564" y="25908"/>
                  </a:moveTo>
                  <a:lnTo>
                    <a:pt x="6010656" y="25908"/>
                  </a:lnTo>
                  <a:lnTo>
                    <a:pt x="6010656" y="51816"/>
                  </a:lnTo>
                  <a:lnTo>
                    <a:pt x="6036564" y="51816"/>
                  </a:lnTo>
                  <a:lnTo>
                    <a:pt x="6036564" y="25908"/>
                  </a:lnTo>
                  <a:close/>
                </a:path>
                <a:path w="7278370" h="78104">
                  <a:moveTo>
                    <a:pt x="6088380" y="25908"/>
                  </a:moveTo>
                  <a:lnTo>
                    <a:pt x="6062471" y="25908"/>
                  </a:lnTo>
                  <a:lnTo>
                    <a:pt x="6062471" y="51816"/>
                  </a:lnTo>
                  <a:lnTo>
                    <a:pt x="6088380" y="51816"/>
                  </a:lnTo>
                  <a:lnTo>
                    <a:pt x="6088380" y="25908"/>
                  </a:lnTo>
                  <a:close/>
                </a:path>
                <a:path w="7278370" h="78104">
                  <a:moveTo>
                    <a:pt x="6140195" y="25908"/>
                  </a:moveTo>
                  <a:lnTo>
                    <a:pt x="6114288" y="25908"/>
                  </a:lnTo>
                  <a:lnTo>
                    <a:pt x="6114288" y="51816"/>
                  </a:lnTo>
                  <a:lnTo>
                    <a:pt x="6140195" y="51816"/>
                  </a:lnTo>
                  <a:lnTo>
                    <a:pt x="6140195" y="25908"/>
                  </a:lnTo>
                  <a:close/>
                </a:path>
                <a:path w="7278370" h="78104">
                  <a:moveTo>
                    <a:pt x="6192012" y="25908"/>
                  </a:moveTo>
                  <a:lnTo>
                    <a:pt x="6166103" y="25908"/>
                  </a:lnTo>
                  <a:lnTo>
                    <a:pt x="6166103" y="51816"/>
                  </a:lnTo>
                  <a:lnTo>
                    <a:pt x="6192012" y="51816"/>
                  </a:lnTo>
                  <a:lnTo>
                    <a:pt x="6192012" y="25908"/>
                  </a:lnTo>
                  <a:close/>
                </a:path>
                <a:path w="7278370" h="78104">
                  <a:moveTo>
                    <a:pt x="6243827" y="25908"/>
                  </a:moveTo>
                  <a:lnTo>
                    <a:pt x="6217920" y="25908"/>
                  </a:lnTo>
                  <a:lnTo>
                    <a:pt x="6217920" y="51816"/>
                  </a:lnTo>
                  <a:lnTo>
                    <a:pt x="6243827" y="51816"/>
                  </a:lnTo>
                  <a:lnTo>
                    <a:pt x="6243827" y="25908"/>
                  </a:lnTo>
                  <a:close/>
                </a:path>
                <a:path w="7278370" h="78104">
                  <a:moveTo>
                    <a:pt x="6295644" y="25908"/>
                  </a:moveTo>
                  <a:lnTo>
                    <a:pt x="6269736" y="25908"/>
                  </a:lnTo>
                  <a:lnTo>
                    <a:pt x="6269736" y="51816"/>
                  </a:lnTo>
                  <a:lnTo>
                    <a:pt x="6295644" y="51816"/>
                  </a:lnTo>
                  <a:lnTo>
                    <a:pt x="6295644" y="25908"/>
                  </a:lnTo>
                  <a:close/>
                </a:path>
                <a:path w="7278370" h="78104">
                  <a:moveTo>
                    <a:pt x="6347460" y="25908"/>
                  </a:moveTo>
                  <a:lnTo>
                    <a:pt x="6321551" y="25908"/>
                  </a:lnTo>
                  <a:lnTo>
                    <a:pt x="6321551" y="51816"/>
                  </a:lnTo>
                  <a:lnTo>
                    <a:pt x="6347460" y="51816"/>
                  </a:lnTo>
                  <a:lnTo>
                    <a:pt x="6347460" y="25908"/>
                  </a:lnTo>
                  <a:close/>
                </a:path>
                <a:path w="7278370" h="78104">
                  <a:moveTo>
                    <a:pt x="6399275" y="25908"/>
                  </a:moveTo>
                  <a:lnTo>
                    <a:pt x="6373368" y="25908"/>
                  </a:lnTo>
                  <a:lnTo>
                    <a:pt x="6373368" y="51816"/>
                  </a:lnTo>
                  <a:lnTo>
                    <a:pt x="6399275" y="51816"/>
                  </a:lnTo>
                  <a:lnTo>
                    <a:pt x="6399275" y="25908"/>
                  </a:lnTo>
                  <a:close/>
                </a:path>
                <a:path w="7278370" h="78104">
                  <a:moveTo>
                    <a:pt x="6451092" y="25908"/>
                  </a:moveTo>
                  <a:lnTo>
                    <a:pt x="6425184" y="25908"/>
                  </a:lnTo>
                  <a:lnTo>
                    <a:pt x="6425184" y="51816"/>
                  </a:lnTo>
                  <a:lnTo>
                    <a:pt x="6451092" y="51816"/>
                  </a:lnTo>
                  <a:lnTo>
                    <a:pt x="6451092" y="25908"/>
                  </a:lnTo>
                  <a:close/>
                </a:path>
                <a:path w="7278370" h="78104">
                  <a:moveTo>
                    <a:pt x="6502908" y="25908"/>
                  </a:moveTo>
                  <a:lnTo>
                    <a:pt x="6476999" y="25908"/>
                  </a:lnTo>
                  <a:lnTo>
                    <a:pt x="6476999" y="51816"/>
                  </a:lnTo>
                  <a:lnTo>
                    <a:pt x="6502908" y="51816"/>
                  </a:lnTo>
                  <a:lnTo>
                    <a:pt x="6502908" y="25908"/>
                  </a:lnTo>
                  <a:close/>
                </a:path>
                <a:path w="7278370" h="78104">
                  <a:moveTo>
                    <a:pt x="6554724" y="25908"/>
                  </a:moveTo>
                  <a:lnTo>
                    <a:pt x="6528816" y="25908"/>
                  </a:lnTo>
                  <a:lnTo>
                    <a:pt x="6528816" y="51816"/>
                  </a:lnTo>
                  <a:lnTo>
                    <a:pt x="6554724" y="51816"/>
                  </a:lnTo>
                  <a:lnTo>
                    <a:pt x="6554724" y="25908"/>
                  </a:lnTo>
                  <a:close/>
                </a:path>
                <a:path w="7278370" h="78104">
                  <a:moveTo>
                    <a:pt x="6606540" y="25908"/>
                  </a:moveTo>
                  <a:lnTo>
                    <a:pt x="6580632" y="25908"/>
                  </a:lnTo>
                  <a:lnTo>
                    <a:pt x="6580632" y="51816"/>
                  </a:lnTo>
                  <a:lnTo>
                    <a:pt x="6606540" y="51816"/>
                  </a:lnTo>
                  <a:lnTo>
                    <a:pt x="6606540" y="25908"/>
                  </a:lnTo>
                  <a:close/>
                </a:path>
                <a:path w="7278370" h="78104">
                  <a:moveTo>
                    <a:pt x="6658356" y="25908"/>
                  </a:moveTo>
                  <a:lnTo>
                    <a:pt x="6632448" y="25908"/>
                  </a:lnTo>
                  <a:lnTo>
                    <a:pt x="6632448" y="51816"/>
                  </a:lnTo>
                  <a:lnTo>
                    <a:pt x="6658356" y="51816"/>
                  </a:lnTo>
                  <a:lnTo>
                    <a:pt x="6658356" y="25908"/>
                  </a:lnTo>
                  <a:close/>
                </a:path>
                <a:path w="7278370" h="78104">
                  <a:moveTo>
                    <a:pt x="6710172" y="25908"/>
                  </a:moveTo>
                  <a:lnTo>
                    <a:pt x="6684264" y="25908"/>
                  </a:lnTo>
                  <a:lnTo>
                    <a:pt x="6684264" y="51816"/>
                  </a:lnTo>
                  <a:lnTo>
                    <a:pt x="6710172" y="51816"/>
                  </a:lnTo>
                  <a:lnTo>
                    <a:pt x="6710172" y="25908"/>
                  </a:lnTo>
                  <a:close/>
                </a:path>
                <a:path w="7278370" h="78104">
                  <a:moveTo>
                    <a:pt x="6761988" y="25908"/>
                  </a:moveTo>
                  <a:lnTo>
                    <a:pt x="6736080" y="25908"/>
                  </a:lnTo>
                  <a:lnTo>
                    <a:pt x="6736080" y="51816"/>
                  </a:lnTo>
                  <a:lnTo>
                    <a:pt x="6761988" y="51816"/>
                  </a:lnTo>
                  <a:lnTo>
                    <a:pt x="6761988" y="25908"/>
                  </a:lnTo>
                  <a:close/>
                </a:path>
                <a:path w="7278370" h="78104">
                  <a:moveTo>
                    <a:pt x="6813804" y="25908"/>
                  </a:moveTo>
                  <a:lnTo>
                    <a:pt x="6787896" y="25908"/>
                  </a:lnTo>
                  <a:lnTo>
                    <a:pt x="6787896" y="51816"/>
                  </a:lnTo>
                  <a:lnTo>
                    <a:pt x="6813804" y="51816"/>
                  </a:lnTo>
                  <a:lnTo>
                    <a:pt x="6813804" y="25908"/>
                  </a:lnTo>
                  <a:close/>
                </a:path>
                <a:path w="7278370" h="78104">
                  <a:moveTo>
                    <a:pt x="6865620" y="25908"/>
                  </a:moveTo>
                  <a:lnTo>
                    <a:pt x="6839712" y="25908"/>
                  </a:lnTo>
                  <a:lnTo>
                    <a:pt x="6839712" y="51816"/>
                  </a:lnTo>
                  <a:lnTo>
                    <a:pt x="6865620" y="51816"/>
                  </a:lnTo>
                  <a:lnTo>
                    <a:pt x="6865620" y="25908"/>
                  </a:lnTo>
                  <a:close/>
                </a:path>
                <a:path w="7278370" h="78104">
                  <a:moveTo>
                    <a:pt x="6917436" y="25908"/>
                  </a:moveTo>
                  <a:lnTo>
                    <a:pt x="6891528" y="25908"/>
                  </a:lnTo>
                  <a:lnTo>
                    <a:pt x="6891528" y="51816"/>
                  </a:lnTo>
                  <a:lnTo>
                    <a:pt x="6917436" y="51816"/>
                  </a:lnTo>
                  <a:lnTo>
                    <a:pt x="6917436" y="25908"/>
                  </a:lnTo>
                  <a:close/>
                </a:path>
                <a:path w="7278370" h="78104">
                  <a:moveTo>
                    <a:pt x="6969252" y="25908"/>
                  </a:moveTo>
                  <a:lnTo>
                    <a:pt x="6943344" y="25908"/>
                  </a:lnTo>
                  <a:lnTo>
                    <a:pt x="6943344" y="51816"/>
                  </a:lnTo>
                  <a:lnTo>
                    <a:pt x="6969252" y="51816"/>
                  </a:lnTo>
                  <a:lnTo>
                    <a:pt x="6969252" y="25908"/>
                  </a:lnTo>
                  <a:close/>
                </a:path>
                <a:path w="7278370" h="78104">
                  <a:moveTo>
                    <a:pt x="7021068" y="25908"/>
                  </a:moveTo>
                  <a:lnTo>
                    <a:pt x="6995160" y="25908"/>
                  </a:lnTo>
                  <a:lnTo>
                    <a:pt x="6995160" y="51816"/>
                  </a:lnTo>
                  <a:lnTo>
                    <a:pt x="7021068" y="51816"/>
                  </a:lnTo>
                  <a:lnTo>
                    <a:pt x="7021068" y="25908"/>
                  </a:lnTo>
                  <a:close/>
                </a:path>
                <a:path w="7278370" h="78104">
                  <a:moveTo>
                    <a:pt x="7072884" y="25908"/>
                  </a:moveTo>
                  <a:lnTo>
                    <a:pt x="7046976" y="25908"/>
                  </a:lnTo>
                  <a:lnTo>
                    <a:pt x="7046976" y="51816"/>
                  </a:lnTo>
                  <a:lnTo>
                    <a:pt x="7072884" y="51816"/>
                  </a:lnTo>
                  <a:lnTo>
                    <a:pt x="7072884" y="25908"/>
                  </a:lnTo>
                  <a:close/>
                </a:path>
                <a:path w="7278370" h="78104">
                  <a:moveTo>
                    <a:pt x="7124700" y="25908"/>
                  </a:moveTo>
                  <a:lnTo>
                    <a:pt x="7098792" y="25908"/>
                  </a:lnTo>
                  <a:lnTo>
                    <a:pt x="7098792" y="51816"/>
                  </a:lnTo>
                  <a:lnTo>
                    <a:pt x="7124700" y="51816"/>
                  </a:lnTo>
                  <a:lnTo>
                    <a:pt x="7124700" y="25908"/>
                  </a:lnTo>
                  <a:close/>
                </a:path>
                <a:path w="7278370" h="78104">
                  <a:moveTo>
                    <a:pt x="7176516" y="25908"/>
                  </a:moveTo>
                  <a:lnTo>
                    <a:pt x="7150608" y="25908"/>
                  </a:lnTo>
                  <a:lnTo>
                    <a:pt x="7150608" y="51816"/>
                  </a:lnTo>
                  <a:lnTo>
                    <a:pt x="7176516" y="51816"/>
                  </a:lnTo>
                  <a:lnTo>
                    <a:pt x="7176516" y="25908"/>
                  </a:lnTo>
                  <a:close/>
                </a:path>
                <a:path w="7278370" h="78104">
                  <a:moveTo>
                    <a:pt x="7239000" y="0"/>
                  </a:moveTo>
                  <a:lnTo>
                    <a:pt x="7223873" y="3053"/>
                  </a:lnTo>
                  <a:lnTo>
                    <a:pt x="7211520" y="11382"/>
                  </a:lnTo>
                  <a:lnTo>
                    <a:pt x="7203191" y="23735"/>
                  </a:lnTo>
                  <a:lnTo>
                    <a:pt x="7202424" y="27538"/>
                  </a:lnTo>
                  <a:lnTo>
                    <a:pt x="7202424" y="50185"/>
                  </a:lnTo>
                  <a:lnTo>
                    <a:pt x="7203191" y="53988"/>
                  </a:lnTo>
                  <a:lnTo>
                    <a:pt x="7211520" y="66341"/>
                  </a:lnTo>
                  <a:lnTo>
                    <a:pt x="7223873" y="74670"/>
                  </a:lnTo>
                  <a:lnTo>
                    <a:pt x="7239000" y="77724"/>
                  </a:lnTo>
                  <a:lnTo>
                    <a:pt x="7254126" y="74670"/>
                  </a:lnTo>
                  <a:lnTo>
                    <a:pt x="7266479" y="66341"/>
                  </a:lnTo>
                  <a:lnTo>
                    <a:pt x="7274808" y="53988"/>
                  </a:lnTo>
                  <a:lnTo>
                    <a:pt x="7275246" y="51816"/>
                  </a:lnTo>
                  <a:lnTo>
                    <a:pt x="7228332" y="51816"/>
                  </a:lnTo>
                  <a:lnTo>
                    <a:pt x="7228332" y="25908"/>
                  </a:lnTo>
                  <a:lnTo>
                    <a:pt x="7275246" y="25908"/>
                  </a:lnTo>
                  <a:lnTo>
                    <a:pt x="7274808" y="23735"/>
                  </a:lnTo>
                  <a:lnTo>
                    <a:pt x="7266479" y="11382"/>
                  </a:lnTo>
                  <a:lnTo>
                    <a:pt x="7254126" y="3053"/>
                  </a:lnTo>
                  <a:lnTo>
                    <a:pt x="7239000" y="0"/>
                  </a:lnTo>
                  <a:close/>
                </a:path>
                <a:path w="7278370" h="78104">
                  <a:moveTo>
                    <a:pt x="7202424" y="50185"/>
                  </a:moveTo>
                  <a:lnTo>
                    <a:pt x="7202424" y="51816"/>
                  </a:lnTo>
                  <a:lnTo>
                    <a:pt x="7202753" y="51816"/>
                  </a:lnTo>
                  <a:lnTo>
                    <a:pt x="7202424" y="50185"/>
                  </a:lnTo>
                  <a:close/>
                </a:path>
                <a:path w="7278370" h="78104">
                  <a:moveTo>
                    <a:pt x="7275246" y="25908"/>
                  </a:moveTo>
                  <a:lnTo>
                    <a:pt x="7228332" y="25908"/>
                  </a:lnTo>
                  <a:lnTo>
                    <a:pt x="7228332" y="51816"/>
                  </a:lnTo>
                  <a:lnTo>
                    <a:pt x="7275246" y="51816"/>
                  </a:lnTo>
                  <a:lnTo>
                    <a:pt x="7277862" y="38862"/>
                  </a:lnTo>
                  <a:lnTo>
                    <a:pt x="7275246" y="25908"/>
                  </a:lnTo>
                  <a:close/>
                </a:path>
                <a:path w="7278370" h="78104">
                  <a:moveTo>
                    <a:pt x="7202424" y="27538"/>
                  </a:moveTo>
                  <a:lnTo>
                    <a:pt x="7200138" y="38862"/>
                  </a:lnTo>
                  <a:lnTo>
                    <a:pt x="7202424" y="50185"/>
                  </a:lnTo>
                  <a:lnTo>
                    <a:pt x="7202424" y="27538"/>
                  </a:lnTo>
                  <a:close/>
                </a:path>
                <a:path w="7278370" h="78104">
                  <a:moveTo>
                    <a:pt x="7202753" y="25908"/>
                  </a:moveTo>
                  <a:lnTo>
                    <a:pt x="7202424" y="25908"/>
                  </a:lnTo>
                  <a:lnTo>
                    <a:pt x="7202424" y="27538"/>
                  </a:lnTo>
                  <a:lnTo>
                    <a:pt x="7202753" y="25908"/>
                  </a:lnTo>
                  <a:close/>
                </a:path>
              </a:pathLst>
            </a:custGeom>
            <a:solidFill>
              <a:srgbClr val="44536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6" name="object 46" descr=""/>
          <p:cNvSpPr txBox="1"/>
          <p:nvPr/>
        </p:nvSpPr>
        <p:spPr>
          <a:xfrm>
            <a:off x="1417066" y="5111241"/>
            <a:ext cx="32131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Fundamental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of</a:t>
            </a:r>
            <a:r>
              <a:rPr dirty="0" sz="1800" spc="-4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testing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process</a:t>
            </a:r>
            <a:endParaRPr sz="1800">
              <a:latin typeface="Arial"/>
              <a:cs typeface="Arial"/>
            </a:endParaRPr>
          </a:p>
        </p:txBody>
      </p:sp>
      <p:sp>
        <p:nvSpPr>
          <p:cNvPr id="47" name="object 47" descr=""/>
          <p:cNvSpPr txBox="1"/>
          <p:nvPr/>
        </p:nvSpPr>
        <p:spPr>
          <a:xfrm>
            <a:off x="816051" y="4993335"/>
            <a:ext cx="19558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0" b="1">
                <a:solidFill>
                  <a:srgbClr val="FFFFFF"/>
                </a:solidFill>
                <a:latin typeface="Arial"/>
                <a:cs typeface="Arial"/>
              </a:rPr>
              <a:t>5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10994" y="475233"/>
            <a:ext cx="4855845" cy="60515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5"/>
              <a:t>What</a:t>
            </a:r>
            <a:r>
              <a:rPr dirty="0" spc="-120"/>
              <a:t> </a:t>
            </a:r>
            <a:r>
              <a:rPr dirty="0"/>
              <a:t>is</a:t>
            </a:r>
            <a:r>
              <a:rPr dirty="0" spc="-110"/>
              <a:t> </a:t>
            </a:r>
            <a:r>
              <a:rPr dirty="0" spc="-75"/>
              <a:t>software</a:t>
            </a:r>
            <a:r>
              <a:rPr dirty="0" spc="-125"/>
              <a:t> </a:t>
            </a:r>
            <a:r>
              <a:rPr dirty="0" spc="-30"/>
              <a:t>quality?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29590" y="1023127"/>
            <a:ext cx="7306945" cy="1501140"/>
          </a:xfrm>
          <a:prstGeom prst="rect">
            <a:avLst/>
          </a:prstGeom>
        </p:spPr>
        <p:txBody>
          <a:bodyPr wrap="square" lIns="0" tIns="74295" rIns="0" bIns="0" rtlCol="0" vert="horz">
            <a:spAutoFit/>
          </a:bodyPr>
          <a:lstStyle/>
          <a:p>
            <a:pPr marL="375285" indent="-363855">
              <a:lnSpc>
                <a:spcPct val="100000"/>
              </a:lnSpc>
              <a:spcBef>
                <a:spcPts val="585"/>
              </a:spcBef>
              <a:buSzPct val="96875"/>
              <a:buFont typeface="Wingdings"/>
              <a:buChar char=""/>
              <a:tabLst>
                <a:tab pos="375285" algn="l"/>
              </a:tabLst>
            </a:pPr>
            <a:r>
              <a:rPr dirty="0" sz="3200">
                <a:latin typeface="Carlito"/>
                <a:cs typeface="Carlito"/>
              </a:rPr>
              <a:t>Software</a:t>
            </a:r>
            <a:r>
              <a:rPr dirty="0" sz="3200" spc="-80">
                <a:latin typeface="Carlito"/>
                <a:cs typeface="Carlito"/>
              </a:rPr>
              <a:t> </a:t>
            </a:r>
            <a:r>
              <a:rPr dirty="0" sz="3200">
                <a:latin typeface="Carlito"/>
                <a:cs typeface="Carlito"/>
              </a:rPr>
              <a:t>quality</a:t>
            </a:r>
            <a:r>
              <a:rPr dirty="0" sz="3200" spc="-50">
                <a:latin typeface="Carlito"/>
                <a:cs typeface="Carlito"/>
              </a:rPr>
              <a:t> </a:t>
            </a:r>
            <a:r>
              <a:rPr dirty="0" sz="3200">
                <a:latin typeface="Carlito"/>
                <a:cs typeface="Carlito"/>
              </a:rPr>
              <a:t>–</a:t>
            </a:r>
            <a:r>
              <a:rPr dirty="0" sz="3200" spc="-60">
                <a:latin typeface="Carlito"/>
                <a:cs typeface="Carlito"/>
              </a:rPr>
              <a:t> </a:t>
            </a:r>
            <a:r>
              <a:rPr dirty="0" sz="3200">
                <a:latin typeface="Carlito"/>
                <a:cs typeface="Carlito"/>
              </a:rPr>
              <a:t>IEEE</a:t>
            </a:r>
            <a:r>
              <a:rPr dirty="0" sz="3200" spc="-55">
                <a:latin typeface="Carlito"/>
                <a:cs typeface="Carlito"/>
              </a:rPr>
              <a:t> </a:t>
            </a:r>
            <a:r>
              <a:rPr dirty="0" sz="3200" spc="-10">
                <a:latin typeface="Carlito"/>
                <a:cs typeface="Carlito"/>
              </a:rPr>
              <a:t>definition:</a:t>
            </a:r>
            <a:endParaRPr sz="3200">
              <a:latin typeface="Carlito"/>
              <a:cs typeface="Carlito"/>
            </a:endParaRPr>
          </a:p>
          <a:p>
            <a:pPr marL="12700" marR="5080" indent="85090">
              <a:lnSpc>
                <a:spcPts val="3240"/>
              </a:lnSpc>
              <a:spcBef>
                <a:spcPts val="860"/>
              </a:spcBef>
            </a:pPr>
            <a:r>
              <a:rPr dirty="0" sz="3000" b="1">
                <a:solidFill>
                  <a:srgbClr val="EC7C30"/>
                </a:solidFill>
                <a:latin typeface="Carlito"/>
                <a:cs typeface="Carlito"/>
              </a:rPr>
              <a:t>The</a:t>
            </a:r>
            <a:r>
              <a:rPr dirty="0" sz="3000" spc="-75" b="1">
                <a:solidFill>
                  <a:srgbClr val="EC7C30"/>
                </a:solidFill>
                <a:latin typeface="Carlito"/>
                <a:cs typeface="Carlito"/>
              </a:rPr>
              <a:t> </a:t>
            </a:r>
            <a:r>
              <a:rPr dirty="0" sz="3000" b="1">
                <a:solidFill>
                  <a:srgbClr val="EC7C30"/>
                </a:solidFill>
                <a:latin typeface="Carlito"/>
                <a:cs typeface="Carlito"/>
              </a:rPr>
              <a:t>degree</a:t>
            </a:r>
            <a:r>
              <a:rPr dirty="0" sz="3000" spc="-80" b="1">
                <a:solidFill>
                  <a:srgbClr val="EC7C30"/>
                </a:solidFill>
                <a:latin typeface="Carlito"/>
                <a:cs typeface="Carlito"/>
              </a:rPr>
              <a:t> </a:t>
            </a:r>
            <a:r>
              <a:rPr dirty="0" sz="3000" b="1">
                <a:solidFill>
                  <a:srgbClr val="EC7C30"/>
                </a:solidFill>
                <a:latin typeface="Carlito"/>
                <a:cs typeface="Carlito"/>
              </a:rPr>
              <a:t>to</a:t>
            </a:r>
            <a:r>
              <a:rPr dirty="0" sz="3000" spc="-90" b="1">
                <a:solidFill>
                  <a:srgbClr val="EC7C30"/>
                </a:solidFill>
                <a:latin typeface="Carlito"/>
                <a:cs typeface="Carlito"/>
              </a:rPr>
              <a:t> </a:t>
            </a:r>
            <a:r>
              <a:rPr dirty="0" sz="3000" b="1">
                <a:solidFill>
                  <a:srgbClr val="EC7C30"/>
                </a:solidFill>
                <a:latin typeface="Carlito"/>
                <a:cs typeface="Carlito"/>
              </a:rPr>
              <a:t>which</a:t>
            </a:r>
            <a:r>
              <a:rPr dirty="0" sz="3000" spc="-70" b="1">
                <a:solidFill>
                  <a:srgbClr val="EC7C30"/>
                </a:solidFill>
                <a:latin typeface="Carlito"/>
                <a:cs typeface="Carlito"/>
              </a:rPr>
              <a:t> </a:t>
            </a:r>
            <a:r>
              <a:rPr dirty="0" sz="3000" b="1">
                <a:solidFill>
                  <a:srgbClr val="EC7C30"/>
                </a:solidFill>
                <a:latin typeface="Carlito"/>
                <a:cs typeface="Carlito"/>
              </a:rPr>
              <a:t>a</a:t>
            </a:r>
            <a:r>
              <a:rPr dirty="0" sz="3000" spc="-70" b="1">
                <a:solidFill>
                  <a:srgbClr val="EC7C30"/>
                </a:solidFill>
                <a:latin typeface="Carlito"/>
                <a:cs typeface="Carlito"/>
              </a:rPr>
              <a:t> </a:t>
            </a:r>
            <a:r>
              <a:rPr dirty="0" u="sng" sz="3000" spc="-10" b="1">
                <a:solidFill>
                  <a:srgbClr val="EC7C30"/>
                </a:solidFill>
                <a:uFill>
                  <a:solidFill>
                    <a:srgbClr val="EC7C30"/>
                  </a:solidFill>
                </a:uFill>
                <a:latin typeface="Carlito"/>
                <a:cs typeface="Carlito"/>
              </a:rPr>
              <a:t>system</a:t>
            </a:r>
            <a:r>
              <a:rPr dirty="0" u="none" sz="3000" spc="-10" b="1">
                <a:solidFill>
                  <a:srgbClr val="EC7C30"/>
                </a:solidFill>
                <a:latin typeface="Carlito"/>
                <a:cs typeface="Carlito"/>
              </a:rPr>
              <a:t>,</a:t>
            </a:r>
            <a:r>
              <a:rPr dirty="0" u="none" sz="3000" spc="-70" b="1">
                <a:solidFill>
                  <a:srgbClr val="EC7C30"/>
                </a:solidFill>
                <a:latin typeface="Carlito"/>
                <a:cs typeface="Carlito"/>
              </a:rPr>
              <a:t> </a:t>
            </a:r>
            <a:r>
              <a:rPr dirty="0" u="sng" sz="3000" b="1">
                <a:solidFill>
                  <a:srgbClr val="EC7C30"/>
                </a:solidFill>
                <a:uFill>
                  <a:solidFill>
                    <a:srgbClr val="EC7C30"/>
                  </a:solidFill>
                </a:uFill>
                <a:latin typeface="Carlito"/>
                <a:cs typeface="Carlito"/>
              </a:rPr>
              <a:t>component</a:t>
            </a:r>
            <a:r>
              <a:rPr dirty="0" u="none" sz="3000" b="1">
                <a:solidFill>
                  <a:srgbClr val="EC7C30"/>
                </a:solidFill>
                <a:latin typeface="Carlito"/>
                <a:cs typeface="Carlito"/>
              </a:rPr>
              <a:t>,</a:t>
            </a:r>
            <a:r>
              <a:rPr dirty="0" u="none" sz="3000" spc="-70" b="1">
                <a:solidFill>
                  <a:srgbClr val="EC7C30"/>
                </a:solidFill>
                <a:latin typeface="Carlito"/>
                <a:cs typeface="Carlito"/>
              </a:rPr>
              <a:t> </a:t>
            </a:r>
            <a:r>
              <a:rPr dirty="0" u="none" sz="3000" spc="-25" b="1">
                <a:solidFill>
                  <a:srgbClr val="EC7C30"/>
                </a:solidFill>
                <a:latin typeface="Carlito"/>
                <a:cs typeface="Carlito"/>
              </a:rPr>
              <a:t>or </a:t>
            </a:r>
            <a:r>
              <a:rPr dirty="0" u="sng" sz="3000" b="1">
                <a:solidFill>
                  <a:srgbClr val="EC7C30"/>
                </a:solidFill>
                <a:uFill>
                  <a:solidFill>
                    <a:srgbClr val="EC7C30"/>
                  </a:solidFill>
                </a:uFill>
                <a:latin typeface="Carlito"/>
                <a:cs typeface="Carlito"/>
              </a:rPr>
              <a:t>process</a:t>
            </a:r>
            <a:r>
              <a:rPr dirty="0" u="none" sz="3000" spc="-50" b="1">
                <a:solidFill>
                  <a:srgbClr val="EC7C30"/>
                </a:solidFill>
                <a:latin typeface="Carlito"/>
                <a:cs typeface="Carlito"/>
              </a:rPr>
              <a:t> </a:t>
            </a:r>
            <a:r>
              <a:rPr dirty="0" u="none" sz="3000" b="1">
                <a:solidFill>
                  <a:srgbClr val="EC7C30"/>
                </a:solidFill>
                <a:latin typeface="Carlito"/>
                <a:cs typeface="Carlito"/>
              </a:rPr>
              <a:t>meets</a:t>
            </a:r>
            <a:r>
              <a:rPr dirty="0" u="none" sz="3000" spc="-45" b="1">
                <a:solidFill>
                  <a:srgbClr val="EC7C30"/>
                </a:solidFill>
                <a:latin typeface="Carlito"/>
                <a:cs typeface="Carlito"/>
              </a:rPr>
              <a:t> </a:t>
            </a:r>
            <a:r>
              <a:rPr dirty="0" u="none" sz="3000" b="1">
                <a:solidFill>
                  <a:srgbClr val="EC7C30"/>
                </a:solidFill>
                <a:latin typeface="Carlito"/>
                <a:cs typeface="Carlito"/>
              </a:rPr>
              <a:t>specified</a:t>
            </a:r>
            <a:r>
              <a:rPr dirty="0" u="none" sz="3000" spc="-45" b="1">
                <a:solidFill>
                  <a:srgbClr val="EC7C30"/>
                </a:solidFill>
                <a:latin typeface="Carlito"/>
                <a:cs typeface="Carlito"/>
              </a:rPr>
              <a:t> </a:t>
            </a:r>
            <a:r>
              <a:rPr dirty="0" u="none" sz="3000" spc="-10" b="1">
                <a:solidFill>
                  <a:srgbClr val="EC7C30"/>
                </a:solidFill>
                <a:latin typeface="Carlito"/>
                <a:cs typeface="Carlito"/>
              </a:rPr>
              <a:t>requirements.</a:t>
            </a:r>
            <a:endParaRPr sz="3000">
              <a:latin typeface="Carlito"/>
              <a:cs typeface="Carlito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5904" y="3014472"/>
            <a:ext cx="7030211" cy="201320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10994" y="475233"/>
            <a:ext cx="3923029" cy="60515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30"/>
              <a:t>Error</a:t>
            </a:r>
            <a:r>
              <a:rPr dirty="0" spc="-114"/>
              <a:t> </a:t>
            </a:r>
            <a:r>
              <a:rPr dirty="0"/>
              <a:t>-</a:t>
            </a:r>
            <a:r>
              <a:rPr dirty="0" spc="-75"/>
              <a:t> </a:t>
            </a:r>
            <a:r>
              <a:rPr dirty="0" spc="-65"/>
              <a:t>Fault</a:t>
            </a:r>
            <a:r>
              <a:rPr dirty="0" spc="-114"/>
              <a:t> </a:t>
            </a:r>
            <a:r>
              <a:rPr dirty="0"/>
              <a:t>-</a:t>
            </a:r>
            <a:r>
              <a:rPr dirty="0" spc="-75"/>
              <a:t> </a:t>
            </a:r>
            <a:r>
              <a:rPr dirty="0" spc="-45"/>
              <a:t>Failure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58267" y="1117537"/>
            <a:ext cx="8426450" cy="4645660"/>
          </a:xfrm>
          <a:prstGeom prst="rect">
            <a:avLst/>
          </a:prstGeom>
        </p:spPr>
        <p:txBody>
          <a:bodyPr wrap="square" lIns="0" tIns="34290" rIns="0" bIns="0" rtlCol="0" vert="horz">
            <a:spAutoFit/>
          </a:bodyPr>
          <a:lstStyle/>
          <a:p>
            <a:pPr marL="283210" indent="-273050">
              <a:lnSpc>
                <a:spcPct val="100000"/>
              </a:lnSpc>
              <a:spcBef>
                <a:spcPts val="270"/>
              </a:spcBef>
              <a:buSzPct val="95833"/>
              <a:buFont typeface="Wingdings"/>
              <a:buChar char=""/>
              <a:tabLst>
                <a:tab pos="283210" algn="l"/>
              </a:tabLst>
            </a:pPr>
            <a:r>
              <a:rPr dirty="0" sz="2400" spc="-10" b="1">
                <a:latin typeface="Carlito"/>
                <a:cs typeface="Carlito"/>
              </a:rPr>
              <a:t>Error</a:t>
            </a:r>
            <a:endParaRPr sz="2400">
              <a:latin typeface="Carlito"/>
              <a:cs typeface="Carlito"/>
            </a:endParaRPr>
          </a:p>
          <a:p>
            <a:pPr lvl="1" marL="527685" indent="-172085">
              <a:lnSpc>
                <a:spcPct val="100000"/>
              </a:lnSpc>
              <a:spcBef>
                <a:spcPts val="150"/>
              </a:spcBef>
              <a:buFont typeface="Arial"/>
              <a:buChar char="•"/>
              <a:tabLst>
                <a:tab pos="527685" algn="l"/>
              </a:tabLst>
            </a:pPr>
            <a:r>
              <a:rPr dirty="0" sz="2200">
                <a:latin typeface="Carlito"/>
                <a:cs typeface="Carlito"/>
              </a:rPr>
              <a:t>Also</a:t>
            </a:r>
            <a:r>
              <a:rPr dirty="0" sz="2200" spc="-45">
                <a:latin typeface="Carlito"/>
                <a:cs typeface="Carlito"/>
              </a:rPr>
              <a:t> </a:t>
            </a:r>
            <a:r>
              <a:rPr dirty="0" sz="2200">
                <a:latin typeface="Carlito"/>
                <a:cs typeface="Carlito"/>
              </a:rPr>
              <a:t>known</a:t>
            </a:r>
            <a:r>
              <a:rPr dirty="0" sz="2200" spc="-55">
                <a:latin typeface="Carlito"/>
                <a:cs typeface="Carlito"/>
              </a:rPr>
              <a:t> </a:t>
            </a:r>
            <a:r>
              <a:rPr dirty="0" sz="2200">
                <a:latin typeface="Carlito"/>
                <a:cs typeface="Carlito"/>
              </a:rPr>
              <a:t>as</a:t>
            </a:r>
            <a:r>
              <a:rPr dirty="0" sz="2200" spc="-55">
                <a:latin typeface="Carlito"/>
                <a:cs typeface="Carlito"/>
              </a:rPr>
              <a:t> </a:t>
            </a:r>
            <a:r>
              <a:rPr dirty="0" sz="2200" spc="-10">
                <a:latin typeface="Carlito"/>
                <a:cs typeface="Carlito"/>
              </a:rPr>
              <a:t>mistake.</a:t>
            </a:r>
            <a:endParaRPr sz="2200">
              <a:latin typeface="Carlito"/>
              <a:cs typeface="Carlito"/>
            </a:endParaRPr>
          </a:p>
          <a:p>
            <a:pPr lvl="1" marL="527685" indent="-172085">
              <a:lnSpc>
                <a:spcPct val="100000"/>
              </a:lnSpc>
              <a:spcBef>
                <a:spcPts val="135"/>
              </a:spcBef>
              <a:buFont typeface="Arial"/>
              <a:buChar char="•"/>
              <a:tabLst>
                <a:tab pos="527685" algn="l"/>
              </a:tabLst>
            </a:pPr>
            <a:r>
              <a:rPr dirty="0" sz="2200">
                <a:latin typeface="Carlito"/>
                <a:cs typeface="Carlito"/>
              </a:rPr>
              <a:t>An</a:t>
            </a:r>
            <a:r>
              <a:rPr dirty="0" sz="2200" spc="-50">
                <a:latin typeface="Carlito"/>
                <a:cs typeface="Carlito"/>
              </a:rPr>
              <a:t> </a:t>
            </a:r>
            <a:r>
              <a:rPr dirty="0" sz="2200">
                <a:latin typeface="Carlito"/>
                <a:cs typeface="Carlito"/>
              </a:rPr>
              <a:t>error</a:t>
            </a:r>
            <a:r>
              <a:rPr dirty="0" sz="2200" spc="-50">
                <a:latin typeface="Carlito"/>
                <a:cs typeface="Carlito"/>
              </a:rPr>
              <a:t> </a:t>
            </a:r>
            <a:r>
              <a:rPr dirty="0" sz="2200">
                <a:latin typeface="Carlito"/>
                <a:cs typeface="Carlito"/>
              </a:rPr>
              <a:t>can</a:t>
            </a:r>
            <a:r>
              <a:rPr dirty="0" sz="2200" spc="-50">
                <a:latin typeface="Carlito"/>
                <a:cs typeface="Carlito"/>
              </a:rPr>
              <a:t> </a:t>
            </a:r>
            <a:r>
              <a:rPr dirty="0" sz="2200">
                <a:latin typeface="Carlito"/>
                <a:cs typeface="Carlito"/>
              </a:rPr>
              <a:t>be</a:t>
            </a:r>
            <a:r>
              <a:rPr dirty="0" sz="2200" spc="-50">
                <a:latin typeface="Carlito"/>
                <a:cs typeface="Carlito"/>
              </a:rPr>
              <a:t> </a:t>
            </a:r>
            <a:r>
              <a:rPr dirty="0" sz="2200">
                <a:latin typeface="Carlito"/>
                <a:cs typeface="Carlito"/>
              </a:rPr>
              <a:t>a</a:t>
            </a:r>
            <a:r>
              <a:rPr dirty="0" sz="2200" spc="-35">
                <a:latin typeface="Carlito"/>
                <a:cs typeface="Carlito"/>
              </a:rPr>
              <a:t> </a:t>
            </a:r>
            <a:r>
              <a:rPr dirty="0" sz="2200" spc="-10">
                <a:latin typeface="Carlito"/>
                <a:cs typeface="Carlito"/>
              </a:rPr>
              <a:t>Syntax</a:t>
            </a:r>
            <a:r>
              <a:rPr dirty="0" sz="2200" spc="-50">
                <a:latin typeface="Carlito"/>
                <a:cs typeface="Carlito"/>
              </a:rPr>
              <a:t> </a:t>
            </a:r>
            <a:r>
              <a:rPr dirty="0" sz="2200" spc="-10">
                <a:latin typeface="Carlito"/>
                <a:cs typeface="Carlito"/>
              </a:rPr>
              <a:t>(grammatical)</a:t>
            </a:r>
            <a:r>
              <a:rPr dirty="0" sz="2200" spc="-35">
                <a:latin typeface="Carlito"/>
                <a:cs typeface="Carlito"/>
              </a:rPr>
              <a:t> </a:t>
            </a:r>
            <a:r>
              <a:rPr dirty="0" sz="2200">
                <a:latin typeface="Carlito"/>
                <a:cs typeface="Carlito"/>
              </a:rPr>
              <a:t>error</a:t>
            </a:r>
            <a:r>
              <a:rPr dirty="0" sz="2200" spc="-50">
                <a:latin typeface="Carlito"/>
                <a:cs typeface="Carlito"/>
              </a:rPr>
              <a:t> </a:t>
            </a:r>
            <a:r>
              <a:rPr dirty="0" sz="2200">
                <a:latin typeface="Carlito"/>
                <a:cs typeface="Carlito"/>
              </a:rPr>
              <a:t>or</a:t>
            </a:r>
            <a:r>
              <a:rPr dirty="0" sz="2200" spc="-85">
                <a:latin typeface="Carlito"/>
                <a:cs typeface="Carlito"/>
              </a:rPr>
              <a:t> </a:t>
            </a:r>
            <a:r>
              <a:rPr dirty="0" sz="2200" spc="-10">
                <a:latin typeface="Carlito"/>
                <a:cs typeface="Carlito"/>
              </a:rPr>
              <a:t>Logic</a:t>
            </a:r>
            <a:endParaRPr sz="2200">
              <a:latin typeface="Carlito"/>
              <a:cs typeface="Carlito"/>
            </a:endParaRPr>
          </a:p>
          <a:p>
            <a:pPr lvl="1" marL="527685" indent="-172085">
              <a:lnSpc>
                <a:spcPts val="2510"/>
              </a:lnSpc>
              <a:spcBef>
                <a:spcPts val="140"/>
              </a:spcBef>
              <a:buFont typeface="Arial"/>
              <a:buChar char="•"/>
              <a:tabLst>
                <a:tab pos="527685" algn="l"/>
              </a:tabLst>
            </a:pPr>
            <a:r>
              <a:rPr dirty="0" sz="2200">
                <a:latin typeface="Carlito"/>
                <a:cs typeface="Carlito"/>
              </a:rPr>
              <a:t>A</a:t>
            </a:r>
            <a:r>
              <a:rPr dirty="0" sz="2200" spc="-40">
                <a:latin typeface="Carlito"/>
                <a:cs typeface="Carlito"/>
              </a:rPr>
              <a:t> </a:t>
            </a:r>
            <a:r>
              <a:rPr dirty="0" sz="2200">
                <a:latin typeface="Carlito"/>
                <a:cs typeface="Carlito"/>
              </a:rPr>
              <a:t>software</a:t>
            </a:r>
            <a:r>
              <a:rPr dirty="0" sz="2200" spc="-45">
                <a:latin typeface="Carlito"/>
                <a:cs typeface="Carlito"/>
              </a:rPr>
              <a:t> </a:t>
            </a:r>
            <a:r>
              <a:rPr dirty="0" sz="2200">
                <a:latin typeface="Carlito"/>
                <a:cs typeface="Carlito"/>
              </a:rPr>
              <a:t>error</a:t>
            </a:r>
            <a:r>
              <a:rPr dirty="0" sz="2200" spc="-60">
                <a:latin typeface="Carlito"/>
                <a:cs typeface="Carlito"/>
              </a:rPr>
              <a:t> </a:t>
            </a:r>
            <a:r>
              <a:rPr dirty="0" sz="2200">
                <a:latin typeface="Carlito"/>
                <a:cs typeface="Carlito"/>
              </a:rPr>
              <a:t>made</a:t>
            </a:r>
            <a:r>
              <a:rPr dirty="0" sz="2200" spc="-30">
                <a:latin typeface="Carlito"/>
                <a:cs typeface="Carlito"/>
              </a:rPr>
              <a:t> </a:t>
            </a:r>
            <a:r>
              <a:rPr dirty="0" sz="2200">
                <a:latin typeface="Carlito"/>
                <a:cs typeface="Carlito"/>
              </a:rPr>
              <a:t>by</a:t>
            </a:r>
            <a:r>
              <a:rPr dirty="0" sz="2200" spc="-35">
                <a:latin typeface="Carlito"/>
                <a:cs typeface="Carlito"/>
              </a:rPr>
              <a:t> </a:t>
            </a:r>
            <a:r>
              <a:rPr dirty="0" sz="2200">
                <a:latin typeface="Carlito"/>
                <a:cs typeface="Carlito"/>
              </a:rPr>
              <a:t>human</a:t>
            </a:r>
            <a:r>
              <a:rPr dirty="0" sz="2200" spc="-45">
                <a:latin typeface="Carlito"/>
                <a:cs typeface="Carlito"/>
              </a:rPr>
              <a:t> </a:t>
            </a:r>
            <a:r>
              <a:rPr dirty="0" sz="2200">
                <a:latin typeface="Carlito"/>
                <a:cs typeface="Carlito"/>
              </a:rPr>
              <a:t>action</a:t>
            </a:r>
            <a:r>
              <a:rPr dirty="0" sz="2200" spc="-40">
                <a:latin typeface="Carlito"/>
                <a:cs typeface="Carlito"/>
              </a:rPr>
              <a:t> </a:t>
            </a:r>
            <a:r>
              <a:rPr dirty="0" sz="2200">
                <a:latin typeface="Carlito"/>
                <a:cs typeface="Carlito"/>
              </a:rPr>
              <a:t>which</a:t>
            </a:r>
            <a:r>
              <a:rPr dirty="0" sz="2200" spc="-55">
                <a:latin typeface="Carlito"/>
                <a:cs typeface="Carlito"/>
              </a:rPr>
              <a:t> </a:t>
            </a:r>
            <a:r>
              <a:rPr dirty="0" sz="2200">
                <a:latin typeface="Carlito"/>
                <a:cs typeface="Carlito"/>
              </a:rPr>
              <a:t>produces</a:t>
            </a:r>
            <a:r>
              <a:rPr dirty="0" sz="2200" spc="-45">
                <a:latin typeface="Carlito"/>
                <a:cs typeface="Carlito"/>
              </a:rPr>
              <a:t> </a:t>
            </a:r>
            <a:r>
              <a:rPr dirty="0" sz="2200">
                <a:latin typeface="Carlito"/>
                <a:cs typeface="Carlito"/>
              </a:rPr>
              <a:t>an</a:t>
            </a:r>
            <a:r>
              <a:rPr dirty="0" sz="2200" spc="-45">
                <a:latin typeface="Carlito"/>
                <a:cs typeface="Carlito"/>
              </a:rPr>
              <a:t> </a:t>
            </a:r>
            <a:r>
              <a:rPr dirty="0" sz="2200" spc="-10">
                <a:latin typeface="Carlito"/>
                <a:cs typeface="Carlito"/>
              </a:rPr>
              <a:t>incorrect</a:t>
            </a:r>
            <a:endParaRPr sz="2200">
              <a:latin typeface="Carlito"/>
              <a:cs typeface="Carlito"/>
            </a:endParaRPr>
          </a:p>
          <a:p>
            <a:pPr marL="527685">
              <a:lnSpc>
                <a:spcPts val="2510"/>
              </a:lnSpc>
            </a:pPr>
            <a:r>
              <a:rPr dirty="0" sz="2200" spc="-10">
                <a:latin typeface="Carlito"/>
                <a:cs typeface="Carlito"/>
              </a:rPr>
              <a:t>result.</a:t>
            </a:r>
            <a:endParaRPr sz="2200">
              <a:latin typeface="Carlito"/>
              <a:cs typeface="Carlito"/>
            </a:endParaRPr>
          </a:p>
          <a:p>
            <a:pPr marL="283210" indent="-273050">
              <a:lnSpc>
                <a:spcPct val="100000"/>
              </a:lnSpc>
              <a:spcBef>
                <a:spcPts val="500"/>
              </a:spcBef>
              <a:buSzPct val="95833"/>
              <a:buFont typeface="Wingdings"/>
              <a:buChar char=""/>
              <a:tabLst>
                <a:tab pos="283210" algn="l"/>
              </a:tabLst>
            </a:pPr>
            <a:r>
              <a:rPr dirty="0" sz="2400" spc="-10" b="1">
                <a:latin typeface="Carlito"/>
                <a:cs typeface="Carlito"/>
              </a:rPr>
              <a:t>Fault</a:t>
            </a:r>
            <a:endParaRPr sz="2400">
              <a:latin typeface="Carlito"/>
              <a:cs typeface="Carlito"/>
            </a:endParaRPr>
          </a:p>
          <a:p>
            <a:pPr lvl="1" marL="527685" indent="-172085">
              <a:lnSpc>
                <a:spcPct val="100000"/>
              </a:lnSpc>
              <a:spcBef>
                <a:spcPts val="150"/>
              </a:spcBef>
              <a:buFont typeface="Arial"/>
              <a:buChar char="•"/>
              <a:tabLst>
                <a:tab pos="527685" algn="l"/>
              </a:tabLst>
            </a:pPr>
            <a:r>
              <a:rPr dirty="0" sz="2200">
                <a:latin typeface="Carlito"/>
                <a:cs typeface="Carlito"/>
              </a:rPr>
              <a:t>Also</a:t>
            </a:r>
            <a:r>
              <a:rPr dirty="0" sz="2200" spc="-40">
                <a:latin typeface="Carlito"/>
                <a:cs typeface="Carlito"/>
              </a:rPr>
              <a:t> </a:t>
            </a:r>
            <a:r>
              <a:rPr dirty="0" sz="2200">
                <a:latin typeface="Carlito"/>
                <a:cs typeface="Carlito"/>
              </a:rPr>
              <a:t>known</a:t>
            </a:r>
            <a:r>
              <a:rPr dirty="0" sz="2200" spc="-45">
                <a:latin typeface="Carlito"/>
                <a:cs typeface="Carlito"/>
              </a:rPr>
              <a:t> </a:t>
            </a:r>
            <a:r>
              <a:rPr dirty="0" sz="2200">
                <a:latin typeface="Carlito"/>
                <a:cs typeface="Carlito"/>
              </a:rPr>
              <a:t>as</a:t>
            </a:r>
            <a:r>
              <a:rPr dirty="0" sz="2200" spc="-45">
                <a:latin typeface="Carlito"/>
                <a:cs typeface="Carlito"/>
              </a:rPr>
              <a:t> </a:t>
            </a:r>
            <a:r>
              <a:rPr dirty="0" sz="2200">
                <a:latin typeface="Carlito"/>
                <a:cs typeface="Carlito"/>
              </a:rPr>
              <a:t>a</a:t>
            </a:r>
            <a:r>
              <a:rPr dirty="0" sz="2200" spc="-35">
                <a:latin typeface="Carlito"/>
                <a:cs typeface="Carlito"/>
              </a:rPr>
              <a:t> </a:t>
            </a:r>
            <a:r>
              <a:rPr dirty="0" sz="2200" spc="-10">
                <a:latin typeface="Carlito"/>
                <a:cs typeface="Carlito"/>
              </a:rPr>
              <a:t>defect</a:t>
            </a:r>
            <a:r>
              <a:rPr dirty="0" sz="2200" spc="-30">
                <a:latin typeface="Carlito"/>
                <a:cs typeface="Carlito"/>
              </a:rPr>
              <a:t> </a:t>
            </a:r>
            <a:r>
              <a:rPr dirty="0" sz="2200">
                <a:latin typeface="Carlito"/>
                <a:cs typeface="Carlito"/>
              </a:rPr>
              <a:t>or</a:t>
            </a:r>
            <a:r>
              <a:rPr dirty="0" sz="2200" spc="-45">
                <a:latin typeface="Carlito"/>
                <a:cs typeface="Carlito"/>
              </a:rPr>
              <a:t> </a:t>
            </a:r>
            <a:r>
              <a:rPr dirty="0" sz="2200" spc="-20">
                <a:latin typeface="Carlito"/>
                <a:cs typeface="Carlito"/>
              </a:rPr>
              <a:t>bug.</a:t>
            </a:r>
            <a:endParaRPr sz="2200">
              <a:latin typeface="Carlito"/>
              <a:cs typeface="Carlito"/>
            </a:endParaRPr>
          </a:p>
          <a:p>
            <a:pPr lvl="1" marL="527685" indent="-172085">
              <a:lnSpc>
                <a:spcPct val="100000"/>
              </a:lnSpc>
              <a:spcBef>
                <a:spcPts val="135"/>
              </a:spcBef>
              <a:buFont typeface="Arial"/>
              <a:buChar char="•"/>
              <a:tabLst>
                <a:tab pos="527685" algn="l"/>
              </a:tabLst>
            </a:pPr>
            <a:r>
              <a:rPr dirty="0" sz="2200">
                <a:latin typeface="Carlito"/>
                <a:cs typeface="Carlito"/>
              </a:rPr>
              <a:t>A</a:t>
            </a:r>
            <a:r>
              <a:rPr dirty="0" sz="2200" spc="-30">
                <a:latin typeface="Carlito"/>
                <a:cs typeface="Carlito"/>
              </a:rPr>
              <a:t> </a:t>
            </a:r>
            <a:r>
              <a:rPr dirty="0" sz="2200">
                <a:latin typeface="Carlito"/>
                <a:cs typeface="Carlito"/>
              </a:rPr>
              <a:t>fault</a:t>
            </a:r>
            <a:r>
              <a:rPr dirty="0" sz="2200" spc="-35">
                <a:latin typeface="Carlito"/>
                <a:cs typeface="Carlito"/>
              </a:rPr>
              <a:t> </a:t>
            </a:r>
            <a:r>
              <a:rPr dirty="0" sz="2200">
                <a:latin typeface="Carlito"/>
                <a:cs typeface="Carlito"/>
              </a:rPr>
              <a:t>is</a:t>
            </a:r>
            <a:r>
              <a:rPr dirty="0" sz="2200" spc="-25">
                <a:latin typeface="Carlito"/>
                <a:cs typeface="Carlito"/>
              </a:rPr>
              <a:t> </a:t>
            </a:r>
            <a:r>
              <a:rPr dirty="0" sz="2200">
                <a:latin typeface="Carlito"/>
                <a:cs typeface="Carlito"/>
              </a:rPr>
              <a:t>a</a:t>
            </a:r>
            <a:r>
              <a:rPr dirty="0" sz="2200" spc="-35">
                <a:latin typeface="Carlito"/>
                <a:cs typeface="Carlito"/>
              </a:rPr>
              <a:t> </a:t>
            </a:r>
            <a:r>
              <a:rPr dirty="0" sz="2200" spc="-10">
                <a:latin typeface="Carlito"/>
                <a:cs typeface="Carlito"/>
              </a:rPr>
              <a:t>manifestation</a:t>
            </a:r>
            <a:r>
              <a:rPr dirty="0" sz="2200" spc="-15">
                <a:latin typeface="Carlito"/>
                <a:cs typeface="Carlito"/>
              </a:rPr>
              <a:t> </a:t>
            </a:r>
            <a:r>
              <a:rPr dirty="0" sz="2200">
                <a:latin typeface="Carlito"/>
                <a:cs typeface="Carlito"/>
              </a:rPr>
              <a:t>of</a:t>
            </a:r>
            <a:r>
              <a:rPr dirty="0" sz="2200" spc="-35">
                <a:latin typeface="Carlito"/>
                <a:cs typeface="Carlito"/>
              </a:rPr>
              <a:t> </a:t>
            </a:r>
            <a:r>
              <a:rPr dirty="0" sz="2200">
                <a:latin typeface="Carlito"/>
                <a:cs typeface="Carlito"/>
              </a:rPr>
              <a:t>an</a:t>
            </a:r>
            <a:r>
              <a:rPr dirty="0" sz="2200" spc="-35">
                <a:latin typeface="Carlito"/>
                <a:cs typeface="Carlito"/>
              </a:rPr>
              <a:t> </a:t>
            </a:r>
            <a:r>
              <a:rPr dirty="0" sz="2200">
                <a:latin typeface="Carlito"/>
                <a:cs typeface="Carlito"/>
              </a:rPr>
              <a:t>error</a:t>
            </a:r>
            <a:r>
              <a:rPr dirty="0" sz="2200" spc="-35">
                <a:latin typeface="Carlito"/>
                <a:cs typeface="Carlito"/>
              </a:rPr>
              <a:t> </a:t>
            </a:r>
            <a:r>
              <a:rPr dirty="0" sz="2200">
                <a:latin typeface="Carlito"/>
                <a:cs typeface="Carlito"/>
              </a:rPr>
              <a:t>in</a:t>
            </a:r>
            <a:r>
              <a:rPr dirty="0" sz="2200" spc="-45">
                <a:latin typeface="Carlito"/>
                <a:cs typeface="Carlito"/>
              </a:rPr>
              <a:t> </a:t>
            </a:r>
            <a:r>
              <a:rPr dirty="0" sz="2200" spc="-10">
                <a:latin typeface="Carlito"/>
                <a:cs typeface="Carlito"/>
              </a:rPr>
              <a:t>software</a:t>
            </a:r>
            <a:endParaRPr sz="2200">
              <a:latin typeface="Carlito"/>
              <a:cs typeface="Carlito"/>
            </a:endParaRPr>
          </a:p>
          <a:p>
            <a:pPr lvl="1" marL="527685" indent="-172085">
              <a:lnSpc>
                <a:spcPct val="100000"/>
              </a:lnSpc>
              <a:spcBef>
                <a:spcPts val="130"/>
              </a:spcBef>
              <a:buFont typeface="Arial"/>
              <a:buChar char="•"/>
              <a:tabLst>
                <a:tab pos="527685" algn="l"/>
              </a:tabLst>
            </a:pPr>
            <a:r>
              <a:rPr dirty="0" sz="2200">
                <a:latin typeface="Carlito"/>
                <a:cs typeface="Carlito"/>
              </a:rPr>
              <a:t>All</a:t>
            </a:r>
            <a:r>
              <a:rPr dirty="0" sz="2200" spc="-80">
                <a:latin typeface="Carlito"/>
                <a:cs typeface="Carlito"/>
              </a:rPr>
              <a:t> </a:t>
            </a:r>
            <a:r>
              <a:rPr dirty="0" sz="2200">
                <a:latin typeface="Carlito"/>
                <a:cs typeface="Carlito"/>
              </a:rPr>
              <a:t>software</a:t>
            </a:r>
            <a:r>
              <a:rPr dirty="0" sz="2200" spc="-70">
                <a:latin typeface="Carlito"/>
                <a:cs typeface="Carlito"/>
              </a:rPr>
              <a:t> </a:t>
            </a:r>
            <a:r>
              <a:rPr dirty="0" sz="2200">
                <a:latin typeface="Carlito"/>
                <a:cs typeface="Carlito"/>
              </a:rPr>
              <a:t>errors</a:t>
            </a:r>
            <a:r>
              <a:rPr dirty="0" sz="2200" spc="-70">
                <a:latin typeface="Carlito"/>
                <a:cs typeface="Carlito"/>
              </a:rPr>
              <a:t> </a:t>
            </a:r>
            <a:r>
              <a:rPr dirty="0" sz="2200">
                <a:latin typeface="Carlito"/>
                <a:cs typeface="Carlito"/>
              </a:rPr>
              <a:t>may</a:t>
            </a:r>
            <a:r>
              <a:rPr dirty="0" sz="2200" spc="-75">
                <a:latin typeface="Carlito"/>
                <a:cs typeface="Carlito"/>
              </a:rPr>
              <a:t> </a:t>
            </a:r>
            <a:r>
              <a:rPr dirty="0" sz="2200" b="1">
                <a:latin typeface="Carlito"/>
                <a:cs typeface="Carlito"/>
              </a:rPr>
              <a:t>not</a:t>
            </a:r>
            <a:r>
              <a:rPr dirty="0" sz="2200" spc="-55" b="1">
                <a:latin typeface="Carlito"/>
                <a:cs typeface="Carlito"/>
              </a:rPr>
              <a:t> </a:t>
            </a:r>
            <a:r>
              <a:rPr dirty="0" sz="2200">
                <a:latin typeface="Carlito"/>
                <a:cs typeface="Carlito"/>
              </a:rPr>
              <a:t>cause</a:t>
            </a:r>
            <a:r>
              <a:rPr dirty="0" sz="2200" spc="-65">
                <a:latin typeface="Carlito"/>
                <a:cs typeface="Carlito"/>
              </a:rPr>
              <a:t> </a:t>
            </a:r>
            <a:r>
              <a:rPr dirty="0" sz="2200">
                <a:latin typeface="Carlito"/>
                <a:cs typeface="Carlito"/>
              </a:rPr>
              <a:t>software</a:t>
            </a:r>
            <a:r>
              <a:rPr dirty="0" sz="2200" spc="-80">
                <a:latin typeface="Carlito"/>
                <a:cs typeface="Carlito"/>
              </a:rPr>
              <a:t> </a:t>
            </a:r>
            <a:r>
              <a:rPr dirty="0" sz="2200" spc="-10">
                <a:latin typeface="Carlito"/>
                <a:cs typeface="Carlito"/>
              </a:rPr>
              <a:t>faults</a:t>
            </a:r>
            <a:endParaRPr sz="2200">
              <a:latin typeface="Carlito"/>
              <a:cs typeface="Carlito"/>
            </a:endParaRPr>
          </a:p>
          <a:p>
            <a:pPr marL="283210" indent="-273050">
              <a:lnSpc>
                <a:spcPct val="100000"/>
              </a:lnSpc>
              <a:spcBef>
                <a:spcPts val="509"/>
              </a:spcBef>
              <a:buSzPct val="95833"/>
              <a:buFont typeface="Wingdings"/>
              <a:buChar char=""/>
              <a:tabLst>
                <a:tab pos="283210" algn="l"/>
              </a:tabLst>
            </a:pPr>
            <a:r>
              <a:rPr dirty="0" sz="2400" spc="-10" b="1">
                <a:latin typeface="Carlito"/>
                <a:cs typeface="Carlito"/>
              </a:rPr>
              <a:t>Failure</a:t>
            </a:r>
            <a:endParaRPr sz="2400">
              <a:latin typeface="Carlito"/>
              <a:cs typeface="Carlito"/>
            </a:endParaRPr>
          </a:p>
          <a:p>
            <a:pPr lvl="1" marL="527685" indent="-172085">
              <a:lnSpc>
                <a:spcPct val="100000"/>
              </a:lnSpc>
              <a:spcBef>
                <a:spcPts val="140"/>
              </a:spcBef>
              <a:buFont typeface="Arial"/>
              <a:buChar char="•"/>
              <a:tabLst>
                <a:tab pos="527685" algn="l"/>
              </a:tabLst>
            </a:pPr>
            <a:r>
              <a:rPr dirty="0" sz="2200">
                <a:latin typeface="Carlito"/>
                <a:cs typeface="Carlito"/>
              </a:rPr>
              <a:t>A</a:t>
            </a:r>
            <a:r>
              <a:rPr dirty="0" sz="2200" spc="-30">
                <a:latin typeface="Carlito"/>
                <a:cs typeface="Carlito"/>
              </a:rPr>
              <a:t> </a:t>
            </a:r>
            <a:r>
              <a:rPr dirty="0" sz="2200">
                <a:latin typeface="Carlito"/>
                <a:cs typeface="Carlito"/>
              </a:rPr>
              <a:t>fault</a:t>
            </a:r>
            <a:r>
              <a:rPr dirty="0" sz="2200" spc="-40">
                <a:latin typeface="Carlito"/>
                <a:cs typeface="Carlito"/>
              </a:rPr>
              <a:t> </a:t>
            </a:r>
            <a:r>
              <a:rPr dirty="0" sz="2200">
                <a:latin typeface="Carlito"/>
                <a:cs typeface="Carlito"/>
              </a:rPr>
              <a:t>becomes</a:t>
            </a:r>
            <a:r>
              <a:rPr dirty="0" sz="2200" spc="-10">
                <a:latin typeface="Carlito"/>
                <a:cs typeface="Carlito"/>
              </a:rPr>
              <a:t> </a:t>
            </a:r>
            <a:r>
              <a:rPr dirty="0" sz="2200">
                <a:latin typeface="Carlito"/>
                <a:cs typeface="Carlito"/>
              </a:rPr>
              <a:t>a</a:t>
            </a:r>
            <a:r>
              <a:rPr dirty="0" sz="2200" spc="-35">
                <a:latin typeface="Carlito"/>
                <a:cs typeface="Carlito"/>
              </a:rPr>
              <a:t> </a:t>
            </a:r>
            <a:r>
              <a:rPr dirty="0" sz="2200">
                <a:latin typeface="Carlito"/>
                <a:cs typeface="Carlito"/>
              </a:rPr>
              <a:t>failure</a:t>
            </a:r>
            <a:r>
              <a:rPr dirty="0" sz="2200" spc="-40">
                <a:latin typeface="Carlito"/>
                <a:cs typeface="Carlito"/>
              </a:rPr>
              <a:t> </a:t>
            </a:r>
            <a:r>
              <a:rPr dirty="0" sz="2200">
                <a:latin typeface="Carlito"/>
                <a:cs typeface="Carlito"/>
              </a:rPr>
              <a:t>if</a:t>
            </a:r>
            <a:r>
              <a:rPr dirty="0" sz="2200" spc="-40">
                <a:latin typeface="Carlito"/>
                <a:cs typeface="Carlito"/>
              </a:rPr>
              <a:t> </a:t>
            </a:r>
            <a:r>
              <a:rPr dirty="0" sz="2200">
                <a:latin typeface="Carlito"/>
                <a:cs typeface="Carlito"/>
              </a:rPr>
              <a:t>it</a:t>
            </a:r>
            <a:r>
              <a:rPr dirty="0" sz="2200" spc="-35">
                <a:latin typeface="Carlito"/>
                <a:cs typeface="Carlito"/>
              </a:rPr>
              <a:t> </a:t>
            </a:r>
            <a:r>
              <a:rPr dirty="0" sz="2200">
                <a:latin typeface="Carlito"/>
                <a:cs typeface="Carlito"/>
              </a:rPr>
              <a:t>is</a:t>
            </a:r>
            <a:r>
              <a:rPr dirty="0" sz="2200" spc="-25">
                <a:latin typeface="Carlito"/>
                <a:cs typeface="Carlito"/>
              </a:rPr>
              <a:t> </a:t>
            </a:r>
            <a:r>
              <a:rPr dirty="0" sz="2200" spc="-10" b="1">
                <a:latin typeface="Carlito"/>
                <a:cs typeface="Carlito"/>
              </a:rPr>
              <a:t>activated/executed</a:t>
            </a:r>
            <a:r>
              <a:rPr dirty="0" sz="2200" spc="-10">
                <a:latin typeface="Carlito"/>
                <a:cs typeface="Carlito"/>
              </a:rPr>
              <a:t>.</a:t>
            </a:r>
            <a:endParaRPr sz="2200">
              <a:latin typeface="Carlito"/>
              <a:cs typeface="Carlito"/>
            </a:endParaRPr>
          </a:p>
          <a:p>
            <a:pPr lvl="2" marL="877569" indent="-182245">
              <a:lnSpc>
                <a:spcPct val="100000"/>
              </a:lnSpc>
              <a:spcBef>
                <a:spcPts val="210"/>
              </a:spcBef>
              <a:buSzPct val="94444"/>
              <a:buFont typeface="Wingdings"/>
              <a:buChar char=""/>
              <a:tabLst>
                <a:tab pos="877569" algn="l"/>
              </a:tabLst>
            </a:pPr>
            <a:r>
              <a:rPr dirty="0" sz="1800">
                <a:latin typeface="Carlito"/>
                <a:cs typeface="Carlito"/>
              </a:rPr>
              <a:t>deviation</a:t>
            </a:r>
            <a:r>
              <a:rPr dirty="0" sz="1800" spc="-30">
                <a:latin typeface="Carlito"/>
                <a:cs typeface="Carlito"/>
              </a:rPr>
              <a:t> </a:t>
            </a:r>
            <a:r>
              <a:rPr dirty="0" sz="1800">
                <a:latin typeface="Carlito"/>
                <a:cs typeface="Carlito"/>
              </a:rPr>
              <a:t>of</a:t>
            </a:r>
            <a:r>
              <a:rPr dirty="0" sz="1800" spc="-45">
                <a:latin typeface="Carlito"/>
                <a:cs typeface="Carlito"/>
              </a:rPr>
              <a:t> </a:t>
            </a:r>
            <a:r>
              <a:rPr dirty="0" sz="1800">
                <a:latin typeface="Carlito"/>
                <a:cs typeface="Carlito"/>
              </a:rPr>
              <a:t>the</a:t>
            </a:r>
            <a:r>
              <a:rPr dirty="0" sz="1800" spc="-25">
                <a:latin typeface="Carlito"/>
                <a:cs typeface="Carlito"/>
              </a:rPr>
              <a:t> </a:t>
            </a:r>
            <a:r>
              <a:rPr dirty="0" sz="1800">
                <a:latin typeface="Carlito"/>
                <a:cs typeface="Carlito"/>
              </a:rPr>
              <a:t>software</a:t>
            </a:r>
            <a:r>
              <a:rPr dirty="0" sz="1800" spc="-35">
                <a:latin typeface="Carlito"/>
                <a:cs typeface="Carlito"/>
              </a:rPr>
              <a:t> </a:t>
            </a:r>
            <a:r>
              <a:rPr dirty="0" sz="1800">
                <a:latin typeface="Carlito"/>
                <a:cs typeface="Carlito"/>
              </a:rPr>
              <a:t>from</a:t>
            </a:r>
            <a:r>
              <a:rPr dirty="0" sz="1800" spc="-40">
                <a:latin typeface="Carlito"/>
                <a:cs typeface="Carlito"/>
              </a:rPr>
              <a:t> </a:t>
            </a:r>
            <a:r>
              <a:rPr dirty="0" sz="1800">
                <a:latin typeface="Carlito"/>
                <a:cs typeface="Carlito"/>
              </a:rPr>
              <a:t>its</a:t>
            </a:r>
            <a:r>
              <a:rPr dirty="0" sz="1800" spc="-35">
                <a:latin typeface="Carlito"/>
                <a:cs typeface="Carlito"/>
              </a:rPr>
              <a:t> </a:t>
            </a:r>
            <a:r>
              <a:rPr dirty="0" sz="1800" spc="-10">
                <a:latin typeface="Carlito"/>
                <a:cs typeface="Carlito"/>
              </a:rPr>
              <a:t>expected</a:t>
            </a:r>
            <a:r>
              <a:rPr dirty="0" sz="1800" spc="-25">
                <a:latin typeface="Carlito"/>
                <a:cs typeface="Carlito"/>
              </a:rPr>
              <a:t> </a:t>
            </a:r>
            <a:r>
              <a:rPr dirty="0" sz="1800">
                <a:latin typeface="Carlito"/>
                <a:cs typeface="Carlito"/>
              </a:rPr>
              <a:t>delivery</a:t>
            </a:r>
            <a:r>
              <a:rPr dirty="0" sz="1800" spc="-40">
                <a:latin typeface="Carlito"/>
                <a:cs typeface="Carlito"/>
              </a:rPr>
              <a:t> </a:t>
            </a:r>
            <a:r>
              <a:rPr dirty="0" sz="1800">
                <a:latin typeface="Carlito"/>
                <a:cs typeface="Carlito"/>
              </a:rPr>
              <a:t>or</a:t>
            </a:r>
            <a:r>
              <a:rPr dirty="0" sz="1800" spc="-35">
                <a:latin typeface="Carlito"/>
                <a:cs typeface="Carlito"/>
              </a:rPr>
              <a:t> </a:t>
            </a:r>
            <a:r>
              <a:rPr dirty="0" sz="1800" spc="-10">
                <a:latin typeface="Carlito"/>
                <a:cs typeface="Carlito"/>
              </a:rPr>
              <a:t>service</a:t>
            </a:r>
            <a:endParaRPr sz="1800">
              <a:latin typeface="Carlito"/>
              <a:cs typeface="Carlito"/>
            </a:endParaRPr>
          </a:p>
          <a:p>
            <a:pPr lvl="2" marL="877569" indent="-182245">
              <a:lnSpc>
                <a:spcPct val="100000"/>
              </a:lnSpc>
              <a:spcBef>
                <a:spcPts val="190"/>
              </a:spcBef>
              <a:buSzPct val="94444"/>
              <a:buFont typeface="Wingdings"/>
              <a:buChar char=""/>
              <a:tabLst>
                <a:tab pos="877569" algn="l"/>
              </a:tabLst>
            </a:pPr>
            <a:r>
              <a:rPr dirty="0" sz="1800">
                <a:latin typeface="Carlito"/>
                <a:cs typeface="Carlito"/>
              </a:rPr>
              <a:t>Not</a:t>
            </a:r>
            <a:r>
              <a:rPr dirty="0" sz="1800" spc="-45">
                <a:latin typeface="Carlito"/>
                <a:cs typeface="Carlito"/>
              </a:rPr>
              <a:t> </a:t>
            </a:r>
            <a:r>
              <a:rPr dirty="0" sz="1800">
                <a:latin typeface="Carlito"/>
                <a:cs typeface="Carlito"/>
              </a:rPr>
              <a:t>all</a:t>
            </a:r>
            <a:r>
              <a:rPr dirty="0" sz="1800" spc="-35">
                <a:latin typeface="Carlito"/>
                <a:cs typeface="Carlito"/>
              </a:rPr>
              <a:t> </a:t>
            </a:r>
            <a:r>
              <a:rPr dirty="0" sz="1800">
                <a:latin typeface="Carlito"/>
                <a:cs typeface="Carlito"/>
              </a:rPr>
              <a:t>faults</a:t>
            </a:r>
            <a:r>
              <a:rPr dirty="0" sz="1800" spc="-40">
                <a:latin typeface="Carlito"/>
                <a:cs typeface="Carlito"/>
              </a:rPr>
              <a:t> </a:t>
            </a:r>
            <a:r>
              <a:rPr dirty="0" sz="1800">
                <a:latin typeface="Carlito"/>
                <a:cs typeface="Carlito"/>
              </a:rPr>
              <a:t>result</a:t>
            </a:r>
            <a:r>
              <a:rPr dirty="0" sz="1800" spc="-35">
                <a:latin typeface="Carlito"/>
                <a:cs typeface="Carlito"/>
              </a:rPr>
              <a:t> </a:t>
            </a:r>
            <a:r>
              <a:rPr dirty="0" sz="1800">
                <a:latin typeface="Carlito"/>
                <a:cs typeface="Carlito"/>
              </a:rPr>
              <a:t>in</a:t>
            </a:r>
            <a:r>
              <a:rPr dirty="0" sz="1800" spc="-20">
                <a:latin typeface="Carlito"/>
                <a:cs typeface="Carlito"/>
              </a:rPr>
              <a:t> </a:t>
            </a:r>
            <a:r>
              <a:rPr dirty="0" sz="1800" b="1">
                <a:latin typeface="Carlito"/>
                <a:cs typeface="Carlito"/>
              </a:rPr>
              <a:t>failures</a:t>
            </a:r>
            <a:r>
              <a:rPr dirty="0" sz="1800">
                <a:latin typeface="Carlito"/>
                <a:cs typeface="Carlito"/>
              </a:rPr>
              <a:t>;</a:t>
            </a:r>
            <a:r>
              <a:rPr dirty="0" sz="1800" spc="320">
                <a:latin typeface="Carlito"/>
                <a:cs typeface="Carlito"/>
              </a:rPr>
              <a:t> </a:t>
            </a:r>
            <a:r>
              <a:rPr dirty="0" sz="1800">
                <a:latin typeface="Carlito"/>
                <a:cs typeface="Carlito"/>
              </a:rPr>
              <a:t>some</a:t>
            </a:r>
            <a:r>
              <a:rPr dirty="0" sz="1800" spc="-50">
                <a:latin typeface="Carlito"/>
                <a:cs typeface="Carlito"/>
              </a:rPr>
              <a:t> </a:t>
            </a:r>
            <a:r>
              <a:rPr dirty="0" sz="1800">
                <a:latin typeface="Carlito"/>
                <a:cs typeface="Carlito"/>
              </a:rPr>
              <a:t>stay</a:t>
            </a:r>
            <a:r>
              <a:rPr dirty="0" sz="1800" spc="-40">
                <a:latin typeface="Carlito"/>
                <a:cs typeface="Carlito"/>
              </a:rPr>
              <a:t> </a:t>
            </a:r>
            <a:r>
              <a:rPr dirty="0" sz="1800">
                <a:latin typeface="Carlito"/>
                <a:cs typeface="Carlito"/>
              </a:rPr>
              <a:t>dormant</a:t>
            </a:r>
            <a:r>
              <a:rPr dirty="0" sz="1800" spc="-40">
                <a:latin typeface="Carlito"/>
                <a:cs typeface="Carlito"/>
              </a:rPr>
              <a:t> </a:t>
            </a:r>
            <a:r>
              <a:rPr dirty="0" sz="1800">
                <a:latin typeface="Carlito"/>
                <a:cs typeface="Carlito"/>
              </a:rPr>
              <a:t>in</a:t>
            </a:r>
            <a:r>
              <a:rPr dirty="0" sz="1800" spc="-30">
                <a:latin typeface="Carlito"/>
                <a:cs typeface="Carlito"/>
              </a:rPr>
              <a:t> </a:t>
            </a:r>
            <a:r>
              <a:rPr dirty="0" sz="1800">
                <a:latin typeface="Carlito"/>
                <a:cs typeface="Carlito"/>
              </a:rPr>
              <a:t>the</a:t>
            </a:r>
            <a:r>
              <a:rPr dirty="0" sz="1800" spc="-25">
                <a:latin typeface="Carlito"/>
                <a:cs typeface="Carlito"/>
              </a:rPr>
              <a:t> </a:t>
            </a:r>
            <a:r>
              <a:rPr dirty="0" sz="1800">
                <a:latin typeface="Carlito"/>
                <a:cs typeface="Carlito"/>
              </a:rPr>
              <a:t>code</a:t>
            </a:r>
            <a:r>
              <a:rPr dirty="0" sz="1800" spc="-25">
                <a:latin typeface="Carlito"/>
                <a:cs typeface="Carlito"/>
              </a:rPr>
              <a:t> </a:t>
            </a:r>
            <a:r>
              <a:rPr dirty="0" sz="1800">
                <a:latin typeface="Carlito"/>
                <a:cs typeface="Carlito"/>
              </a:rPr>
              <a:t>and</a:t>
            </a:r>
            <a:r>
              <a:rPr dirty="0" sz="1800" spc="-25">
                <a:latin typeface="Carlito"/>
                <a:cs typeface="Carlito"/>
              </a:rPr>
              <a:t> </a:t>
            </a:r>
            <a:r>
              <a:rPr dirty="0" sz="1800">
                <a:latin typeface="Carlito"/>
                <a:cs typeface="Carlito"/>
              </a:rPr>
              <a:t>we</a:t>
            </a:r>
            <a:r>
              <a:rPr dirty="0" sz="1800" spc="-40">
                <a:latin typeface="Carlito"/>
                <a:cs typeface="Carlito"/>
              </a:rPr>
              <a:t> </a:t>
            </a:r>
            <a:r>
              <a:rPr dirty="0" sz="1800">
                <a:latin typeface="Carlito"/>
                <a:cs typeface="Carlito"/>
              </a:rPr>
              <a:t>may</a:t>
            </a:r>
            <a:r>
              <a:rPr dirty="0" sz="1800" spc="-35">
                <a:latin typeface="Carlito"/>
                <a:cs typeface="Carlito"/>
              </a:rPr>
              <a:t> </a:t>
            </a:r>
            <a:r>
              <a:rPr dirty="0" sz="1800" spc="-10">
                <a:latin typeface="Carlito"/>
                <a:cs typeface="Carlito"/>
              </a:rPr>
              <a:t>never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116279" y="5710529"/>
            <a:ext cx="12109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rlito"/>
                <a:cs typeface="Carlito"/>
              </a:rPr>
              <a:t>notice</a:t>
            </a:r>
            <a:r>
              <a:rPr dirty="0" sz="1800" spc="-45">
                <a:latin typeface="Carlito"/>
                <a:cs typeface="Carlito"/>
              </a:rPr>
              <a:t> </a:t>
            </a:r>
            <a:r>
              <a:rPr dirty="0" sz="1800" spc="-10">
                <a:latin typeface="Carlito"/>
                <a:cs typeface="Carlito"/>
              </a:rPr>
              <a:t>them.</a:t>
            </a:r>
            <a:endParaRPr sz="1800">
              <a:latin typeface="Carlito"/>
              <a:cs typeface="Carlito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2839211" y="5871971"/>
            <a:ext cx="5758180" cy="760095"/>
            <a:chOff x="2839211" y="5871971"/>
            <a:chExt cx="5758180" cy="760095"/>
          </a:xfrm>
        </p:grpSpPr>
        <p:sp>
          <p:nvSpPr>
            <p:cNvPr id="6" name="object 6" descr=""/>
            <p:cNvSpPr/>
            <p:nvPr/>
          </p:nvSpPr>
          <p:spPr>
            <a:xfrm>
              <a:off x="2915412" y="5948679"/>
              <a:ext cx="5681980" cy="683260"/>
            </a:xfrm>
            <a:custGeom>
              <a:avLst/>
              <a:gdLst/>
              <a:ahLst/>
              <a:cxnLst/>
              <a:rect l="l" t="t" r="r" b="b"/>
              <a:pathLst>
                <a:path w="5681980" h="683259">
                  <a:moveTo>
                    <a:pt x="5681472" y="0"/>
                  </a:moveTo>
                  <a:lnTo>
                    <a:pt x="5600700" y="0"/>
                  </a:lnTo>
                  <a:lnTo>
                    <a:pt x="5600700" y="3810"/>
                  </a:lnTo>
                  <a:lnTo>
                    <a:pt x="5600700" y="8890"/>
                  </a:lnTo>
                  <a:lnTo>
                    <a:pt x="5600700" y="603250"/>
                  </a:lnTo>
                  <a:lnTo>
                    <a:pt x="4589297" y="603250"/>
                  </a:lnTo>
                  <a:lnTo>
                    <a:pt x="4589399" y="602996"/>
                  </a:lnTo>
                  <a:lnTo>
                    <a:pt x="4556620" y="602996"/>
                  </a:lnTo>
                  <a:lnTo>
                    <a:pt x="4556493" y="603250"/>
                  </a:lnTo>
                  <a:lnTo>
                    <a:pt x="3442741" y="603250"/>
                  </a:lnTo>
                  <a:lnTo>
                    <a:pt x="3442830" y="602996"/>
                  </a:lnTo>
                  <a:lnTo>
                    <a:pt x="3426942" y="602996"/>
                  </a:lnTo>
                  <a:lnTo>
                    <a:pt x="3426866" y="603250"/>
                  </a:lnTo>
                  <a:lnTo>
                    <a:pt x="9144" y="603250"/>
                  </a:lnTo>
                  <a:lnTo>
                    <a:pt x="4572" y="603250"/>
                  </a:lnTo>
                  <a:lnTo>
                    <a:pt x="0" y="603250"/>
                  </a:lnTo>
                  <a:lnTo>
                    <a:pt x="0" y="674370"/>
                  </a:lnTo>
                  <a:lnTo>
                    <a:pt x="0" y="683260"/>
                  </a:lnTo>
                  <a:lnTo>
                    <a:pt x="5681472" y="683260"/>
                  </a:lnTo>
                  <a:lnTo>
                    <a:pt x="5681472" y="674370"/>
                  </a:lnTo>
                  <a:lnTo>
                    <a:pt x="5681472" y="8890"/>
                  </a:lnTo>
                  <a:lnTo>
                    <a:pt x="5681472" y="0"/>
                  </a:lnTo>
                  <a:close/>
                </a:path>
              </a:pathLst>
            </a:custGeom>
            <a:solidFill>
              <a:srgbClr val="E7E6E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2843783" y="5876543"/>
              <a:ext cx="5672455" cy="675640"/>
            </a:xfrm>
            <a:custGeom>
              <a:avLst/>
              <a:gdLst/>
              <a:ahLst/>
              <a:cxnLst/>
              <a:rect l="l" t="t" r="r" b="b"/>
              <a:pathLst>
                <a:path w="5672455" h="675640">
                  <a:moveTo>
                    <a:pt x="5672328" y="0"/>
                  </a:moveTo>
                  <a:lnTo>
                    <a:pt x="0" y="0"/>
                  </a:lnTo>
                  <a:lnTo>
                    <a:pt x="0" y="675131"/>
                  </a:lnTo>
                  <a:lnTo>
                    <a:pt x="5672328" y="675131"/>
                  </a:lnTo>
                  <a:lnTo>
                    <a:pt x="5672328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2843783" y="5876543"/>
              <a:ext cx="5672455" cy="675640"/>
            </a:xfrm>
            <a:custGeom>
              <a:avLst/>
              <a:gdLst/>
              <a:ahLst/>
              <a:cxnLst/>
              <a:rect l="l" t="t" r="r" b="b"/>
              <a:pathLst>
                <a:path w="5672455" h="675640">
                  <a:moveTo>
                    <a:pt x="0" y="675131"/>
                  </a:moveTo>
                  <a:lnTo>
                    <a:pt x="5672328" y="675131"/>
                  </a:lnTo>
                  <a:lnTo>
                    <a:pt x="5672328" y="0"/>
                  </a:lnTo>
                  <a:lnTo>
                    <a:pt x="0" y="0"/>
                  </a:lnTo>
                  <a:lnTo>
                    <a:pt x="0" y="675131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2848355" y="5761431"/>
            <a:ext cx="5665470" cy="766445"/>
          </a:xfrm>
          <a:prstGeom prst="rect">
            <a:avLst/>
          </a:prstGeom>
        </p:spPr>
        <p:txBody>
          <a:bodyPr wrap="square" lIns="0" tIns="10858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855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Failure</a:t>
            </a:r>
            <a:r>
              <a:rPr dirty="0" sz="18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dirty="0" sz="1800" spc="-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an </a:t>
            </a:r>
            <a:r>
              <a:rPr dirty="0" sz="1800" spc="-10" b="1">
                <a:solidFill>
                  <a:srgbClr val="FFFFFF"/>
                </a:solidFill>
                <a:latin typeface="Arial"/>
                <a:cs typeface="Arial"/>
              </a:rPr>
              <a:t>event;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755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Fault</a:t>
            </a:r>
            <a:r>
              <a:rPr dirty="0" sz="1800" spc="-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dirty="0" sz="18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18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state</a:t>
            </a:r>
            <a:r>
              <a:rPr dirty="0" sz="1800" spc="-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dirty="0" sz="1800" spc="-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dirty="0" sz="1800" spc="-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software,</a:t>
            </a:r>
            <a:r>
              <a:rPr dirty="0" sz="1800" spc="-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caused by</a:t>
            </a:r>
            <a:r>
              <a:rPr dirty="0" sz="180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an</a:t>
            </a:r>
            <a:r>
              <a:rPr dirty="0" sz="1800" spc="-10" b="1">
                <a:solidFill>
                  <a:srgbClr val="FFFFFF"/>
                </a:solidFill>
                <a:latin typeface="Arial"/>
                <a:cs typeface="Arial"/>
              </a:rPr>
              <a:t> error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10994" y="475233"/>
            <a:ext cx="3923029" cy="60515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30"/>
              <a:t>Error</a:t>
            </a:r>
            <a:r>
              <a:rPr dirty="0" spc="-114"/>
              <a:t> </a:t>
            </a:r>
            <a:r>
              <a:rPr dirty="0"/>
              <a:t>-</a:t>
            </a:r>
            <a:r>
              <a:rPr dirty="0" spc="-75"/>
              <a:t> </a:t>
            </a:r>
            <a:r>
              <a:rPr dirty="0" spc="-65"/>
              <a:t>Fault</a:t>
            </a:r>
            <a:r>
              <a:rPr dirty="0" spc="-114"/>
              <a:t> </a:t>
            </a:r>
            <a:r>
              <a:rPr dirty="0"/>
              <a:t>-</a:t>
            </a:r>
            <a:r>
              <a:rPr dirty="0" spc="-75"/>
              <a:t> </a:t>
            </a:r>
            <a:r>
              <a:rPr dirty="0" spc="-45"/>
              <a:t>Failure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19100" y="1359408"/>
            <a:ext cx="1545590" cy="1446530"/>
          </a:xfrm>
          <a:prstGeom prst="rect">
            <a:avLst/>
          </a:prstGeom>
          <a:solidFill>
            <a:srgbClr val="4471C4"/>
          </a:solidFill>
          <a:ln w="12191">
            <a:solidFill>
              <a:srgbClr val="000000"/>
            </a:solidFill>
          </a:ln>
        </p:spPr>
        <p:txBody>
          <a:bodyPr wrap="square" lIns="0" tIns="43815" rIns="0" bIns="0" rtlCol="0" vert="horz">
            <a:spAutoFit/>
          </a:bodyPr>
          <a:lstStyle/>
          <a:p>
            <a:pPr algn="ctr" marL="170815" marR="165735">
              <a:lnSpc>
                <a:spcPct val="100000"/>
              </a:lnSpc>
              <a:spcBef>
                <a:spcPts val="345"/>
              </a:spcBef>
            </a:pPr>
            <a:r>
              <a:rPr dirty="0" sz="2200" b="1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2200" spc="-9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200" spc="-10" b="1">
                <a:solidFill>
                  <a:srgbClr val="FFFFFF"/>
                </a:solidFill>
                <a:latin typeface="Arial"/>
                <a:cs typeface="Arial"/>
              </a:rPr>
              <a:t>person makes </a:t>
            </a:r>
            <a:r>
              <a:rPr dirty="0" sz="2200" b="1">
                <a:solidFill>
                  <a:srgbClr val="FFFFFF"/>
                </a:solidFill>
                <a:latin typeface="Arial"/>
                <a:cs typeface="Arial"/>
              </a:rPr>
              <a:t>an</a:t>
            </a:r>
            <a:r>
              <a:rPr dirty="0" sz="22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200" spc="-10" b="1">
                <a:solidFill>
                  <a:srgbClr val="FFFFFF"/>
                </a:solidFill>
                <a:latin typeface="Arial"/>
                <a:cs typeface="Arial"/>
              </a:rPr>
              <a:t>error</a:t>
            </a:r>
            <a:endParaRPr sz="22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dirty="0" sz="2200" spc="-25" b="1">
                <a:solidFill>
                  <a:srgbClr val="FFFFFF"/>
                </a:solidFill>
                <a:latin typeface="Arial"/>
                <a:cs typeface="Arial"/>
              </a:rPr>
              <a:t>...</a:t>
            </a:r>
            <a:endParaRPr sz="220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467100" y="2863595"/>
            <a:ext cx="1739264" cy="1446530"/>
          </a:xfrm>
          <a:prstGeom prst="rect">
            <a:avLst/>
          </a:prstGeom>
          <a:solidFill>
            <a:srgbClr val="4471C4"/>
          </a:solidFill>
          <a:ln w="12192">
            <a:solidFill>
              <a:srgbClr val="000000"/>
            </a:solidFill>
          </a:ln>
        </p:spPr>
        <p:txBody>
          <a:bodyPr wrap="square" lIns="0" tIns="45085" rIns="0" bIns="0" rtlCol="0" vert="horz">
            <a:spAutoFit/>
          </a:bodyPr>
          <a:lstStyle/>
          <a:p>
            <a:pPr algn="ctr" marL="137795" marR="132080" indent="2540">
              <a:lnSpc>
                <a:spcPct val="100000"/>
              </a:lnSpc>
              <a:spcBef>
                <a:spcPts val="355"/>
              </a:spcBef>
            </a:pPr>
            <a:r>
              <a:rPr dirty="0" sz="2200" b="1">
                <a:solidFill>
                  <a:srgbClr val="FFFFFF"/>
                </a:solidFill>
                <a:latin typeface="Arial"/>
                <a:cs typeface="Arial"/>
              </a:rPr>
              <a:t>…</a:t>
            </a:r>
            <a:r>
              <a:rPr dirty="0" sz="220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200" spc="-20" b="1">
                <a:solidFill>
                  <a:srgbClr val="FFFFFF"/>
                </a:solidFill>
                <a:latin typeface="Arial"/>
                <a:cs typeface="Arial"/>
              </a:rPr>
              <a:t>that </a:t>
            </a:r>
            <a:r>
              <a:rPr dirty="0" sz="2200" b="1">
                <a:solidFill>
                  <a:srgbClr val="FFFFFF"/>
                </a:solidFill>
                <a:latin typeface="Arial"/>
                <a:cs typeface="Arial"/>
              </a:rPr>
              <a:t>creates</a:t>
            </a:r>
            <a:r>
              <a:rPr dirty="0" sz="2200" spc="-9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200" spc="-50" b="1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dirty="0" sz="2200" b="1">
                <a:solidFill>
                  <a:srgbClr val="FFFFFF"/>
                </a:solidFill>
                <a:latin typeface="Arial"/>
                <a:cs typeface="Arial"/>
              </a:rPr>
              <a:t>fault</a:t>
            </a:r>
            <a:r>
              <a:rPr dirty="0" sz="220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200" b="1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dirty="0" sz="22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200" spc="-25" b="1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dirty="0" sz="2200" b="1">
                <a:solidFill>
                  <a:srgbClr val="FFFFFF"/>
                </a:solidFill>
                <a:latin typeface="Arial"/>
                <a:cs typeface="Arial"/>
              </a:rPr>
              <a:t>software</a:t>
            </a:r>
            <a:r>
              <a:rPr dirty="0" sz="2200" spc="-9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200" spc="-25" b="1">
                <a:solidFill>
                  <a:srgbClr val="FFFFFF"/>
                </a:solidFill>
                <a:latin typeface="Arial"/>
                <a:cs typeface="Arial"/>
              </a:rPr>
              <a:t>...</a:t>
            </a:r>
            <a:endParaRPr sz="2200">
              <a:latin typeface="Arial"/>
              <a:cs typeface="Arial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6775450" y="4635753"/>
            <a:ext cx="1620520" cy="1798955"/>
            <a:chOff x="6775450" y="4635753"/>
            <a:chExt cx="1620520" cy="1798955"/>
          </a:xfrm>
        </p:grpSpPr>
        <p:sp>
          <p:nvSpPr>
            <p:cNvPr id="6" name="object 6" descr=""/>
            <p:cNvSpPr/>
            <p:nvPr/>
          </p:nvSpPr>
          <p:spPr>
            <a:xfrm>
              <a:off x="6781800" y="4642103"/>
              <a:ext cx="1607820" cy="1786255"/>
            </a:xfrm>
            <a:custGeom>
              <a:avLst/>
              <a:gdLst/>
              <a:ahLst/>
              <a:cxnLst/>
              <a:rect l="l" t="t" r="r" b="b"/>
              <a:pathLst>
                <a:path w="1607820" h="1786254">
                  <a:moveTo>
                    <a:pt x="1607820" y="0"/>
                  </a:moveTo>
                  <a:lnTo>
                    <a:pt x="0" y="0"/>
                  </a:lnTo>
                  <a:lnTo>
                    <a:pt x="0" y="1786128"/>
                  </a:lnTo>
                  <a:lnTo>
                    <a:pt x="1607820" y="1786128"/>
                  </a:lnTo>
                  <a:lnTo>
                    <a:pt x="160782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6781800" y="4642103"/>
              <a:ext cx="1607820" cy="1786255"/>
            </a:xfrm>
            <a:custGeom>
              <a:avLst/>
              <a:gdLst/>
              <a:ahLst/>
              <a:cxnLst/>
              <a:rect l="l" t="t" r="r" b="b"/>
              <a:pathLst>
                <a:path w="1607820" h="1786254">
                  <a:moveTo>
                    <a:pt x="0" y="1786128"/>
                  </a:moveTo>
                  <a:lnTo>
                    <a:pt x="1607820" y="1786128"/>
                  </a:lnTo>
                  <a:lnTo>
                    <a:pt x="1607820" y="0"/>
                  </a:lnTo>
                  <a:lnTo>
                    <a:pt x="0" y="0"/>
                  </a:lnTo>
                  <a:lnTo>
                    <a:pt x="0" y="178612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6897369" y="4677283"/>
            <a:ext cx="1377950" cy="1701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065" marR="5080">
              <a:lnSpc>
                <a:spcPct val="100000"/>
              </a:lnSpc>
              <a:spcBef>
                <a:spcPts val="95"/>
              </a:spcBef>
            </a:pPr>
            <a:r>
              <a:rPr dirty="0" sz="2200" b="1">
                <a:solidFill>
                  <a:srgbClr val="FFFFFF"/>
                </a:solidFill>
                <a:latin typeface="Arial"/>
                <a:cs typeface="Arial"/>
              </a:rPr>
              <a:t>…</a:t>
            </a:r>
            <a:r>
              <a:rPr dirty="0" sz="220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200" spc="-20" b="1">
                <a:solidFill>
                  <a:srgbClr val="FFFFFF"/>
                </a:solidFill>
                <a:latin typeface="Arial"/>
                <a:cs typeface="Arial"/>
              </a:rPr>
              <a:t>that </a:t>
            </a:r>
            <a:r>
              <a:rPr dirty="0" sz="2200" b="1">
                <a:solidFill>
                  <a:srgbClr val="FFFFFF"/>
                </a:solidFill>
                <a:latin typeface="Arial"/>
                <a:cs typeface="Arial"/>
              </a:rPr>
              <a:t>can</a:t>
            </a:r>
            <a:r>
              <a:rPr dirty="0" sz="2200" spc="-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200" spc="-10" b="1">
                <a:solidFill>
                  <a:srgbClr val="FFFFFF"/>
                </a:solidFill>
                <a:latin typeface="Arial"/>
                <a:cs typeface="Arial"/>
              </a:rPr>
              <a:t>cause </a:t>
            </a:r>
            <a:r>
              <a:rPr dirty="0" sz="2200" b="1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2200" spc="-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200" spc="-10" b="1">
                <a:solidFill>
                  <a:srgbClr val="FFFFFF"/>
                </a:solidFill>
                <a:latin typeface="Arial"/>
                <a:cs typeface="Arial"/>
              </a:rPr>
              <a:t>failure </a:t>
            </a:r>
            <a:r>
              <a:rPr dirty="0" sz="2200" spc="-25" b="1">
                <a:solidFill>
                  <a:srgbClr val="FFFFFF"/>
                </a:solidFill>
                <a:latin typeface="Arial"/>
                <a:cs typeface="Arial"/>
              </a:rPr>
              <a:t>in </a:t>
            </a:r>
            <a:r>
              <a:rPr dirty="0" sz="2200" spc="-10" b="1">
                <a:solidFill>
                  <a:srgbClr val="FFFFFF"/>
                </a:solidFill>
                <a:latin typeface="Arial"/>
                <a:cs typeface="Arial"/>
              </a:rPr>
              <a:t>operation</a:t>
            </a:r>
            <a:endParaRPr sz="2200">
              <a:latin typeface="Arial"/>
              <a:cs typeface="Arial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2095880" y="2583560"/>
            <a:ext cx="810895" cy="909955"/>
          </a:xfrm>
          <a:custGeom>
            <a:avLst/>
            <a:gdLst/>
            <a:ahLst/>
            <a:cxnLst/>
            <a:rect l="l" t="t" r="r" b="b"/>
            <a:pathLst>
              <a:path w="810894" h="909954">
                <a:moveTo>
                  <a:pt x="581863" y="836666"/>
                </a:moveTo>
                <a:lnTo>
                  <a:pt x="557276" y="909447"/>
                </a:lnTo>
                <a:lnTo>
                  <a:pt x="810387" y="874394"/>
                </a:lnTo>
                <a:lnTo>
                  <a:pt x="785452" y="849249"/>
                </a:lnTo>
                <a:lnTo>
                  <a:pt x="617093" y="849249"/>
                </a:lnTo>
                <a:lnTo>
                  <a:pt x="581863" y="836666"/>
                </a:lnTo>
                <a:close/>
              </a:path>
              <a:path w="810894" h="909954">
                <a:moveTo>
                  <a:pt x="606253" y="764470"/>
                </a:moveTo>
                <a:lnTo>
                  <a:pt x="581863" y="836666"/>
                </a:lnTo>
                <a:lnTo>
                  <a:pt x="617093" y="849249"/>
                </a:lnTo>
                <a:lnTo>
                  <a:pt x="642746" y="777493"/>
                </a:lnTo>
                <a:lnTo>
                  <a:pt x="606253" y="764470"/>
                </a:lnTo>
                <a:close/>
              </a:path>
              <a:path w="810894" h="909954">
                <a:moveTo>
                  <a:pt x="630427" y="692912"/>
                </a:moveTo>
                <a:lnTo>
                  <a:pt x="606253" y="764470"/>
                </a:lnTo>
                <a:lnTo>
                  <a:pt x="642746" y="777493"/>
                </a:lnTo>
                <a:lnTo>
                  <a:pt x="617093" y="849249"/>
                </a:lnTo>
                <a:lnTo>
                  <a:pt x="785452" y="849249"/>
                </a:lnTo>
                <a:lnTo>
                  <a:pt x="630427" y="692912"/>
                </a:lnTo>
                <a:close/>
              </a:path>
              <a:path w="810894" h="909954">
                <a:moveTo>
                  <a:pt x="75437" y="0"/>
                </a:moveTo>
                <a:lnTo>
                  <a:pt x="0" y="11429"/>
                </a:lnTo>
                <a:lnTo>
                  <a:pt x="12318" y="92710"/>
                </a:lnTo>
                <a:lnTo>
                  <a:pt x="25781" y="173736"/>
                </a:lnTo>
                <a:lnTo>
                  <a:pt x="33400" y="214122"/>
                </a:lnTo>
                <a:lnTo>
                  <a:pt x="41782" y="254000"/>
                </a:lnTo>
                <a:lnTo>
                  <a:pt x="51054" y="293369"/>
                </a:lnTo>
                <a:lnTo>
                  <a:pt x="61341" y="332231"/>
                </a:lnTo>
                <a:lnTo>
                  <a:pt x="72770" y="370331"/>
                </a:lnTo>
                <a:lnTo>
                  <a:pt x="85598" y="407669"/>
                </a:lnTo>
                <a:lnTo>
                  <a:pt x="100075" y="444246"/>
                </a:lnTo>
                <a:lnTo>
                  <a:pt x="116205" y="479551"/>
                </a:lnTo>
                <a:lnTo>
                  <a:pt x="134366" y="514096"/>
                </a:lnTo>
                <a:lnTo>
                  <a:pt x="154431" y="547115"/>
                </a:lnTo>
                <a:lnTo>
                  <a:pt x="176656" y="578865"/>
                </a:lnTo>
                <a:lnTo>
                  <a:pt x="201421" y="609091"/>
                </a:lnTo>
                <a:lnTo>
                  <a:pt x="228600" y="637539"/>
                </a:lnTo>
                <a:lnTo>
                  <a:pt x="258063" y="664210"/>
                </a:lnTo>
                <a:lnTo>
                  <a:pt x="289179" y="688975"/>
                </a:lnTo>
                <a:lnTo>
                  <a:pt x="322199" y="712088"/>
                </a:lnTo>
                <a:lnTo>
                  <a:pt x="356743" y="733933"/>
                </a:lnTo>
                <a:lnTo>
                  <a:pt x="392683" y="754126"/>
                </a:lnTo>
                <a:lnTo>
                  <a:pt x="429894" y="773302"/>
                </a:lnTo>
                <a:lnTo>
                  <a:pt x="468249" y="791210"/>
                </a:lnTo>
                <a:lnTo>
                  <a:pt x="507619" y="808354"/>
                </a:lnTo>
                <a:lnTo>
                  <a:pt x="547751" y="824484"/>
                </a:lnTo>
                <a:lnTo>
                  <a:pt x="581863" y="836666"/>
                </a:lnTo>
                <a:lnTo>
                  <a:pt x="606253" y="764470"/>
                </a:lnTo>
                <a:lnTo>
                  <a:pt x="576199" y="753744"/>
                </a:lnTo>
                <a:lnTo>
                  <a:pt x="537844" y="738377"/>
                </a:lnTo>
                <a:lnTo>
                  <a:pt x="500633" y="722249"/>
                </a:lnTo>
                <a:lnTo>
                  <a:pt x="464693" y="705358"/>
                </a:lnTo>
                <a:lnTo>
                  <a:pt x="430021" y="687704"/>
                </a:lnTo>
                <a:lnTo>
                  <a:pt x="365887" y="649731"/>
                </a:lnTo>
                <a:lnTo>
                  <a:pt x="309118" y="607567"/>
                </a:lnTo>
                <a:lnTo>
                  <a:pt x="260350" y="560577"/>
                </a:lnTo>
                <a:lnTo>
                  <a:pt x="219456" y="507491"/>
                </a:lnTo>
                <a:lnTo>
                  <a:pt x="185546" y="447928"/>
                </a:lnTo>
                <a:lnTo>
                  <a:pt x="157606" y="382777"/>
                </a:lnTo>
                <a:lnTo>
                  <a:pt x="134874" y="312674"/>
                </a:lnTo>
                <a:lnTo>
                  <a:pt x="116331" y="238378"/>
                </a:lnTo>
                <a:lnTo>
                  <a:pt x="108331" y="200025"/>
                </a:lnTo>
                <a:lnTo>
                  <a:pt x="100964" y="161162"/>
                </a:lnTo>
                <a:lnTo>
                  <a:pt x="87630" y="81406"/>
                </a:lnTo>
                <a:lnTo>
                  <a:pt x="75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5448680" y="4564760"/>
            <a:ext cx="810895" cy="909955"/>
          </a:xfrm>
          <a:custGeom>
            <a:avLst/>
            <a:gdLst/>
            <a:ahLst/>
            <a:cxnLst/>
            <a:rect l="l" t="t" r="r" b="b"/>
            <a:pathLst>
              <a:path w="810895" h="909954">
                <a:moveTo>
                  <a:pt x="581863" y="836666"/>
                </a:moveTo>
                <a:lnTo>
                  <a:pt x="557276" y="909447"/>
                </a:lnTo>
                <a:lnTo>
                  <a:pt x="810387" y="874394"/>
                </a:lnTo>
                <a:lnTo>
                  <a:pt x="785452" y="849248"/>
                </a:lnTo>
                <a:lnTo>
                  <a:pt x="617093" y="849248"/>
                </a:lnTo>
                <a:lnTo>
                  <a:pt x="581863" y="836666"/>
                </a:lnTo>
                <a:close/>
              </a:path>
              <a:path w="810895" h="909954">
                <a:moveTo>
                  <a:pt x="606253" y="764470"/>
                </a:moveTo>
                <a:lnTo>
                  <a:pt x="581863" y="836666"/>
                </a:lnTo>
                <a:lnTo>
                  <a:pt x="617093" y="849248"/>
                </a:lnTo>
                <a:lnTo>
                  <a:pt x="642747" y="777494"/>
                </a:lnTo>
                <a:lnTo>
                  <a:pt x="606253" y="764470"/>
                </a:lnTo>
                <a:close/>
              </a:path>
              <a:path w="810895" h="909954">
                <a:moveTo>
                  <a:pt x="630428" y="692911"/>
                </a:moveTo>
                <a:lnTo>
                  <a:pt x="606253" y="764470"/>
                </a:lnTo>
                <a:lnTo>
                  <a:pt x="642747" y="777494"/>
                </a:lnTo>
                <a:lnTo>
                  <a:pt x="617093" y="849248"/>
                </a:lnTo>
                <a:lnTo>
                  <a:pt x="785452" y="849248"/>
                </a:lnTo>
                <a:lnTo>
                  <a:pt x="630428" y="692911"/>
                </a:lnTo>
                <a:close/>
              </a:path>
              <a:path w="810895" h="909954">
                <a:moveTo>
                  <a:pt x="75438" y="0"/>
                </a:moveTo>
                <a:lnTo>
                  <a:pt x="0" y="11430"/>
                </a:lnTo>
                <a:lnTo>
                  <a:pt x="12319" y="92709"/>
                </a:lnTo>
                <a:lnTo>
                  <a:pt x="25781" y="173736"/>
                </a:lnTo>
                <a:lnTo>
                  <a:pt x="33401" y="214121"/>
                </a:lnTo>
                <a:lnTo>
                  <a:pt x="41783" y="254000"/>
                </a:lnTo>
                <a:lnTo>
                  <a:pt x="51054" y="293369"/>
                </a:lnTo>
                <a:lnTo>
                  <a:pt x="61341" y="332231"/>
                </a:lnTo>
                <a:lnTo>
                  <a:pt x="72771" y="370331"/>
                </a:lnTo>
                <a:lnTo>
                  <a:pt x="85598" y="407669"/>
                </a:lnTo>
                <a:lnTo>
                  <a:pt x="100076" y="444245"/>
                </a:lnTo>
                <a:lnTo>
                  <a:pt x="116205" y="479551"/>
                </a:lnTo>
                <a:lnTo>
                  <a:pt x="134366" y="514095"/>
                </a:lnTo>
                <a:lnTo>
                  <a:pt x="154432" y="547115"/>
                </a:lnTo>
                <a:lnTo>
                  <a:pt x="176657" y="578865"/>
                </a:lnTo>
                <a:lnTo>
                  <a:pt x="201422" y="609091"/>
                </a:lnTo>
                <a:lnTo>
                  <a:pt x="228600" y="637539"/>
                </a:lnTo>
                <a:lnTo>
                  <a:pt x="258064" y="664209"/>
                </a:lnTo>
                <a:lnTo>
                  <a:pt x="289179" y="688975"/>
                </a:lnTo>
                <a:lnTo>
                  <a:pt x="322199" y="712088"/>
                </a:lnTo>
                <a:lnTo>
                  <a:pt x="356743" y="733932"/>
                </a:lnTo>
                <a:lnTo>
                  <a:pt x="392684" y="754126"/>
                </a:lnTo>
                <a:lnTo>
                  <a:pt x="429895" y="773302"/>
                </a:lnTo>
                <a:lnTo>
                  <a:pt x="468249" y="791210"/>
                </a:lnTo>
                <a:lnTo>
                  <a:pt x="507619" y="808354"/>
                </a:lnTo>
                <a:lnTo>
                  <a:pt x="547751" y="824483"/>
                </a:lnTo>
                <a:lnTo>
                  <a:pt x="581863" y="836666"/>
                </a:lnTo>
                <a:lnTo>
                  <a:pt x="606253" y="764470"/>
                </a:lnTo>
                <a:lnTo>
                  <a:pt x="576199" y="753744"/>
                </a:lnTo>
                <a:lnTo>
                  <a:pt x="537845" y="738377"/>
                </a:lnTo>
                <a:lnTo>
                  <a:pt x="500634" y="722248"/>
                </a:lnTo>
                <a:lnTo>
                  <a:pt x="464693" y="705357"/>
                </a:lnTo>
                <a:lnTo>
                  <a:pt x="430022" y="687704"/>
                </a:lnTo>
                <a:lnTo>
                  <a:pt x="365887" y="649732"/>
                </a:lnTo>
                <a:lnTo>
                  <a:pt x="309118" y="607568"/>
                </a:lnTo>
                <a:lnTo>
                  <a:pt x="260350" y="560577"/>
                </a:lnTo>
                <a:lnTo>
                  <a:pt x="219456" y="507491"/>
                </a:lnTo>
                <a:lnTo>
                  <a:pt x="185547" y="447928"/>
                </a:lnTo>
                <a:lnTo>
                  <a:pt x="157607" y="382777"/>
                </a:lnTo>
                <a:lnTo>
                  <a:pt x="134874" y="312674"/>
                </a:lnTo>
                <a:lnTo>
                  <a:pt x="116332" y="238378"/>
                </a:lnTo>
                <a:lnTo>
                  <a:pt x="108331" y="200025"/>
                </a:lnTo>
                <a:lnTo>
                  <a:pt x="100965" y="161162"/>
                </a:lnTo>
                <a:lnTo>
                  <a:pt x="87630" y="81406"/>
                </a:lnTo>
                <a:lnTo>
                  <a:pt x="7543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1" name="object 11" descr=""/>
          <p:cNvGrpSpPr/>
          <p:nvPr/>
        </p:nvGrpSpPr>
        <p:grpSpPr>
          <a:xfrm>
            <a:off x="2889504" y="4860035"/>
            <a:ext cx="1910080" cy="1128395"/>
            <a:chOff x="2889504" y="4860035"/>
            <a:chExt cx="1910080" cy="1128395"/>
          </a:xfrm>
        </p:grpSpPr>
        <p:sp>
          <p:nvSpPr>
            <p:cNvPr id="12" name="object 12" descr=""/>
            <p:cNvSpPr/>
            <p:nvPr/>
          </p:nvSpPr>
          <p:spPr>
            <a:xfrm>
              <a:off x="2895600" y="4866131"/>
              <a:ext cx="1898014" cy="1116330"/>
            </a:xfrm>
            <a:custGeom>
              <a:avLst/>
              <a:gdLst/>
              <a:ahLst/>
              <a:cxnLst/>
              <a:rect l="l" t="t" r="r" b="b"/>
              <a:pathLst>
                <a:path w="1898014" h="1116329">
                  <a:moveTo>
                    <a:pt x="1085850" y="0"/>
                  </a:moveTo>
                  <a:lnTo>
                    <a:pt x="29210" y="275463"/>
                  </a:lnTo>
                  <a:lnTo>
                    <a:pt x="0" y="279527"/>
                  </a:lnTo>
                  <a:lnTo>
                    <a:pt x="795020" y="1116088"/>
                  </a:lnTo>
                  <a:lnTo>
                    <a:pt x="1897888" y="810425"/>
                  </a:lnTo>
                  <a:lnTo>
                    <a:pt x="1085850" y="0"/>
                  </a:lnTo>
                  <a:close/>
                </a:path>
              </a:pathLst>
            </a:custGeom>
            <a:solidFill>
              <a:srgbClr val="E4C97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2895600" y="4866131"/>
              <a:ext cx="1898014" cy="1116330"/>
            </a:xfrm>
            <a:custGeom>
              <a:avLst/>
              <a:gdLst/>
              <a:ahLst/>
              <a:cxnLst/>
              <a:rect l="l" t="t" r="r" b="b"/>
              <a:pathLst>
                <a:path w="1898014" h="1116329">
                  <a:moveTo>
                    <a:pt x="29210" y="275463"/>
                  </a:moveTo>
                  <a:lnTo>
                    <a:pt x="1085850" y="0"/>
                  </a:lnTo>
                  <a:lnTo>
                    <a:pt x="1897888" y="810425"/>
                  </a:lnTo>
                  <a:lnTo>
                    <a:pt x="795020" y="1116088"/>
                  </a:lnTo>
                  <a:lnTo>
                    <a:pt x="0" y="279527"/>
                  </a:lnTo>
                  <a:lnTo>
                    <a:pt x="29210" y="275463"/>
                  </a:lnTo>
                </a:path>
              </a:pathLst>
            </a:custGeom>
            <a:ln w="12192">
              <a:solidFill>
                <a:srgbClr val="FFFFCC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06852" y="4928615"/>
              <a:ext cx="1652016" cy="984427"/>
            </a:xfrm>
            <a:prstGeom prst="rect">
              <a:avLst/>
            </a:prstGeom>
          </p:spPr>
        </p:pic>
      </p:grpSp>
      <p:grpSp>
        <p:nvGrpSpPr>
          <p:cNvPr id="15" name="object 15" descr=""/>
          <p:cNvGrpSpPr/>
          <p:nvPr/>
        </p:nvGrpSpPr>
        <p:grpSpPr>
          <a:xfrm>
            <a:off x="435863" y="3261359"/>
            <a:ext cx="883919" cy="1923414"/>
            <a:chOff x="435863" y="3261359"/>
            <a:chExt cx="883919" cy="1923414"/>
          </a:xfrm>
        </p:grpSpPr>
        <p:sp>
          <p:nvSpPr>
            <p:cNvPr id="16" name="object 16" descr=""/>
            <p:cNvSpPr/>
            <p:nvPr/>
          </p:nvSpPr>
          <p:spPr>
            <a:xfrm>
              <a:off x="1091183" y="3526535"/>
              <a:ext cx="228600" cy="269875"/>
            </a:xfrm>
            <a:custGeom>
              <a:avLst/>
              <a:gdLst/>
              <a:ahLst/>
              <a:cxnLst/>
              <a:rect l="l" t="t" r="r" b="b"/>
              <a:pathLst>
                <a:path w="228600" h="269875">
                  <a:moveTo>
                    <a:pt x="133350" y="0"/>
                  </a:moveTo>
                  <a:lnTo>
                    <a:pt x="0" y="168275"/>
                  </a:lnTo>
                  <a:lnTo>
                    <a:pt x="100888" y="269747"/>
                  </a:lnTo>
                  <a:lnTo>
                    <a:pt x="228600" y="128143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958595" y="3511295"/>
              <a:ext cx="303530" cy="356870"/>
            </a:xfrm>
            <a:custGeom>
              <a:avLst/>
              <a:gdLst/>
              <a:ahLst/>
              <a:cxnLst/>
              <a:rect l="l" t="t" r="r" b="b"/>
              <a:pathLst>
                <a:path w="303530" h="356870">
                  <a:moveTo>
                    <a:pt x="174205" y="0"/>
                  </a:moveTo>
                  <a:lnTo>
                    <a:pt x="0" y="183260"/>
                  </a:lnTo>
                  <a:lnTo>
                    <a:pt x="142468" y="356615"/>
                  </a:lnTo>
                  <a:lnTo>
                    <a:pt x="303275" y="137413"/>
                  </a:lnTo>
                  <a:lnTo>
                    <a:pt x="174205" y="0"/>
                  </a:lnTo>
                  <a:close/>
                </a:path>
              </a:pathLst>
            </a:custGeom>
            <a:solidFill>
              <a:srgbClr val="7E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864108" y="3521963"/>
              <a:ext cx="338455" cy="524510"/>
            </a:xfrm>
            <a:custGeom>
              <a:avLst/>
              <a:gdLst/>
              <a:ahLst/>
              <a:cxnLst/>
              <a:rect l="l" t="t" r="r" b="b"/>
              <a:pathLst>
                <a:path w="338455" h="524510">
                  <a:moveTo>
                    <a:pt x="145897" y="0"/>
                  </a:moveTo>
                  <a:lnTo>
                    <a:pt x="14096" y="290575"/>
                  </a:lnTo>
                  <a:lnTo>
                    <a:pt x="0" y="524256"/>
                  </a:lnTo>
                  <a:lnTo>
                    <a:pt x="329158" y="508127"/>
                  </a:lnTo>
                  <a:lnTo>
                    <a:pt x="284759" y="223012"/>
                  </a:lnTo>
                  <a:lnTo>
                    <a:pt x="338328" y="70358"/>
                  </a:lnTo>
                  <a:lnTo>
                    <a:pt x="145897" y="0"/>
                  </a:lnTo>
                  <a:close/>
                </a:path>
              </a:pathLst>
            </a:custGeom>
            <a:solidFill>
              <a:srgbClr val="FF7E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708659" y="4014215"/>
              <a:ext cx="365760" cy="247015"/>
            </a:xfrm>
            <a:custGeom>
              <a:avLst/>
              <a:gdLst/>
              <a:ahLst/>
              <a:cxnLst/>
              <a:rect l="l" t="t" r="r" b="b"/>
              <a:pathLst>
                <a:path w="365759" h="247014">
                  <a:moveTo>
                    <a:pt x="317931" y="0"/>
                  </a:moveTo>
                  <a:lnTo>
                    <a:pt x="40792" y="6349"/>
                  </a:lnTo>
                  <a:lnTo>
                    <a:pt x="0" y="246887"/>
                  </a:lnTo>
                  <a:lnTo>
                    <a:pt x="195541" y="246887"/>
                  </a:lnTo>
                  <a:lnTo>
                    <a:pt x="365759" y="239140"/>
                  </a:lnTo>
                  <a:lnTo>
                    <a:pt x="317931" y="0"/>
                  </a:lnTo>
                  <a:close/>
                </a:path>
              </a:pathLst>
            </a:custGeom>
            <a:solidFill>
              <a:srgbClr val="608F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 descr=""/>
            <p:cNvSpPr/>
            <p:nvPr/>
          </p:nvSpPr>
          <p:spPr>
            <a:xfrm>
              <a:off x="768095" y="3858767"/>
              <a:ext cx="243840" cy="215265"/>
            </a:xfrm>
            <a:custGeom>
              <a:avLst/>
              <a:gdLst/>
              <a:ahLst/>
              <a:cxnLst/>
              <a:rect l="l" t="t" r="r" b="b"/>
              <a:pathLst>
                <a:path w="243840" h="215264">
                  <a:moveTo>
                    <a:pt x="6311" y="0"/>
                  </a:moveTo>
                  <a:lnTo>
                    <a:pt x="0" y="192404"/>
                  </a:lnTo>
                  <a:lnTo>
                    <a:pt x="225628" y="214883"/>
                  </a:lnTo>
                  <a:lnTo>
                    <a:pt x="243840" y="2793"/>
                  </a:lnTo>
                  <a:lnTo>
                    <a:pt x="6311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 descr=""/>
            <p:cNvSpPr/>
            <p:nvPr/>
          </p:nvSpPr>
          <p:spPr>
            <a:xfrm>
              <a:off x="740663" y="3584447"/>
              <a:ext cx="350520" cy="403860"/>
            </a:xfrm>
            <a:custGeom>
              <a:avLst/>
              <a:gdLst/>
              <a:ahLst/>
              <a:cxnLst/>
              <a:rect l="l" t="t" r="r" b="b"/>
              <a:pathLst>
                <a:path w="350519" h="403860">
                  <a:moveTo>
                    <a:pt x="199186" y="0"/>
                  </a:moveTo>
                  <a:lnTo>
                    <a:pt x="27444" y="37337"/>
                  </a:lnTo>
                  <a:lnTo>
                    <a:pt x="0" y="345439"/>
                  </a:lnTo>
                  <a:lnTo>
                    <a:pt x="311810" y="403859"/>
                  </a:lnTo>
                  <a:lnTo>
                    <a:pt x="350520" y="55625"/>
                  </a:lnTo>
                  <a:lnTo>
                    <a:pt x="199186" y="0"/>
                  </a:lnTo>
                  <a:close/>
                </a:path>
              </a:pathLst>
            </a:custGeom>
            <a:solidFill>
              <a:srgbClr val="33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1005840" y="3601211"/>
              <a:ext cx="279400" cy="281940"/>
            </a:xfrm>
            <a:custGeom>
              <a:avLst/>
              <a:gdLst/>
              <a:ahLst/>
              <a:cxnLst/>
              <a:rect l="l" t="t" r="r" b="b"/>
              <a:pathLst>
                <a:path w="279400" h="281939">
                  <a:moveTo>
                    <a:pt x="94373" y="0"/>
                  </a:moveTo>
                  <a:lnTo>
                    <a:pt x="0" y="66929"/>
                  </a:lnTo>
                  <a:lnTo>
                    <a:pt x="176072" y="281939"/>
                  </a:lnTo>
                  <a:lnTo>
                    <a:pt x="278891" y="262255"/>
                  </a:lnTo>
                  <a:lnTo>
                    <a:pt x="943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815339" y="3311651"/>
              <a:ext cx="281940" cy="325120"/>
            </a:xfrm>
            <a:custGeom>
              <a:avLst/>
              <a:gdLst/>
              <a:ahLst/>
              <a:cxnLst/>
              <a:rect l="l" t="t" r="r" b="b"/>
              <a:pathLst>
                <a:path w="281940" h="325120">
                  <a:moveTo>
                    <a:pt x="189839" y="0"/>
                  </a:moveTo>
                  <a:lnTo>
                    <a:pt x="75234" y="0"/>
                  </a:lnTo>
                  <a:lnTo>
                    <a:pt x="0" y="85725"/>
                  </a:lnTo>
                  <a:lnTo>
                    <a:pt x="8432" y="186944"/>
                  </a:lnTo>
                  <a:lnTo>
                    <a:pt x="56946" y="212851"/>
                  </a:lnTo>
                  <a:lnTo>
                    <a:pt x="49923" y="309118"/>
                  </a:lnTo>
                  <a:lnTo>
                    <a:pt x="175069" y="324612"/>
                  </a:lnTo>
                  <a:lnTo>
                    <a:pt x="169443" y="252984"/>
                  </a:lnTo>
                  <a:lnTo>
                    <a:pt x="219367" y="245237"/>
                  </a:lnTo>
                  <a:lnTo>
                    <a:pt x="243268" y="215011"/>
                  </a:lnTo>
                  <a:lnTo>
                    <a:pt x="256628" y="167894"/>
                  </a:lnTo>
                  <a:lnTo>
                    <a:pt x="281940" y="156718"/>
                  </a:lnTo>
                  <a:lnTo>
                    <a:pt x="236232" y="77977"/>
                  </a:lnTo>
                  <a:lnTo>
                    <a:pt x="189839" y="0"/>
                  </a:lnTo>
                  <a:close/>
                </a:path>
              </a:pathLst>
            </a:custGeom>
            <a:solidFill>
              <a:srgbClr val="0462C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 descr=""/>
            <p:cNvSpPr/>
            <p:nvPr/>
          </p:nvSpPr>
          <p:spPr>
            <a:xfrm>
              <a:off x="970787" y="3598163"/>
              <a:ext cx="346075" cy="562610"/>
            </a:xfrm>
            <a:custGeom>
              <a:avLst/>
              <a:gdLst/>
              <a:ahLst/>
              <a:cxnLst/>
              <a:rect l="l" t="t" r="r" b="b"/>
              <a:pathLst>
                <a:path w="346075" h="562610">
                  <a:moveTo>
                    <a:pt x="5651" y="0"/>
                  </a:moveTo>
                  <a:lnTo>
                    <a:pt x="19062" y="37973"/>
                  </a:lnTo>
                  <a:lnTo>
                    <a:pt x="102374" y="170815"/>
                  </a:lnTo>
                  <a:lnTo>
                    <a:pt x="57899" y="161036"/>
                  </a:lnTo>
                  <a:lnTo>
                    <a:pt x="44475" y="275590"/>
                  </a:lnTo>
                  <a:lnTo>
                    <a:pt x="0" y="562356"/>
                  </a:lnTo>
                  <a:lnTo>
                    <a:pt x="206857" y="516000"/>
                  </a:lnTo>
                  <a:lnTo>
                    <a:pt x="139788" y="350012"/>
                  </a:lnTo>
                  <a:lnTo>
                    <a:pt x="239344" y="380238"/>
                  </a:lnTo>
                  <a:lnTo>
                    <a:pt x="345948" y="258699"/>
                  </a:lnTo>
                  <a:lnTo>
                    <a:pt x="152501" y="2159"/>
                  </a:lnTo>
                  <a:lnTo>
                    <a:pt x="5651" y="0"/>
                  </a:lnTo>
                  <a:close/>
                </a:path>
              </a:pathLst>
            </a:custGeom>
            <a:solidFill>
              <a:srgbClr val="00CC6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 descr=""/>
            <p:cNvSpPr/>
            <p:nvPr/>
          </p:nvSpPr>
          <p:spPr>
            <a:xfrm>
              <a:off x="946404" y="3573779"/>
              <a:ext cx="186055" cy="416559"/>
            </a:xfrm>
            <a:custGeom>
              <a:avLst/>
              <a:gdLst/>
              <a:ahLst/>
              <a:cxnLst/>
              <a:rect l="l" t="t" r="r" b="b"/>
              <a:pathLst>
                <a:path w="186055" h="416560">
                  <a:moveTo>
                    <a:pt x="76060" y="0"/>
                  </a:moveTo>
                  <a:lnTo>
                    <a:pt x="6337" y="132842"/>
                  </a:lnTo>
                  <a:lnTo>
                    <a:pt x="0" y="324739"/>
                  </a:lnTo>
                  <a:lnTo>
                    <a:pt x="185928" y="416052"/>
                  </a:lnTo>
                  <a:lnTo>
                    <a:pt x="183108" y="385191"/>
                  </a:lnTo>
                  <a:lnTo>
                    <a:pt x="40843" y="287401"/>
                  </a:lnTo>
                  <a:lnTo>
                    <a:pt x="52120" y="146939"/>
                  </a:lnTo>
                  <a:lnTo>
                    <a:pt x="124650" y="8382"/>
                  </a:lnTo>
                  <a:lnTo>
                    <a:pt x="76060" y="0"/>
                  </a:lnTo>
                  <a:close/>
                </a:path>
              </a:pathLst>
            </a:custGeom>
            <a:solidFill>
              <a:srgbClr val="FF7E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955547" y="3788663"/>
              <a:ext cx="170815" cy="79375"/>
            </a:xfrm>
            <a:custGeom>
              <a:avLst/>
              <a:gdLst/>
              <a:ahLst/>
              <a:cxnLst/>
              <a:rect l="l" t="t" r="r" b="b"/>
              <a:pathLst>
                <a:path w="170815" h="79375">
                  <a:moveTo>
                    <a:pt x="26695" y="0"/>
                  </a:moveTo>
                  <a:lnTo>
                    <a:pt x="0" y="24384"/>
                  </a:lnTo>
                  <a:lnTo>
                    <a:pt x="115201" y="79248"/>
                  </a:lnTo>
                  <a:lnTo>
                    <a:pt x="170688" y="18034"/>
                  </a:lnTo>
                  <a:lnTo>
                    <a:pt x="26695" y="0"/>
                  </a:lnTo>
                  <a:close/>
                </a:path>
              </a:pathLst>
            </a:custGeom>
            <a:solidFill>
              <a:srgbClr val="1833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524256" y="4178807"/>
              <a:ext cx="687705" cy="1005840"/>
            </a:xfrm>
            <a:custGeom>
              <a:avLst/>
              <a:gdLst/>
              <a:ahLst/>
              <a:cxnLst/>
              <a:rect l="l" t="t" r="r" b="b"/>
              <a:pathLst>
                <a:path w="687705" h="1005839">
                  <a:moveTo>
                    <a:pt x="269748" y="926465"/>
                  </a:moveTo>
                  <a:lnTo>
                    <a:pt x="264121" y="871728"/>
                  </a:lnTo>
                  <a:lnTo>
                    <a:pt x="199504" y="844296"/>
                  </a:lnTo>
                  <a:lnTo>
                    <a:pt x="51981" y="906145"/>
                  </a:lnTo>
                  <a:lnTo>
                    <a:pt x="0" y="958088"/>
                  </a:lnTo>
                  <a:lnTo>
                    <a:pt x="101155" y="1005840"/>
                  </a:lnTo>
                  <a:lnTo>
                    <a:pt x="205117" y="930021"/>
                  </a:lnTo>
                  <a:lnTo>
                    <a:pt x="269748" y="926465"/>
                  </a:lnTo>
                  <a:close/>
                </a:path>
                <a:path w="687705" h="1005839">
                  <a:moveTo>
                    <a:pt x="370332" y="80010"/>
                  </a:moveTo>
                  <a:lnTo>
                    <a:pt x="196392" y="28956"/>
                  </a:lnTo>
                  <a:lnTo>
                    <a:pt x="166116" y="445008"/>
                  </a:lnTo>
                  <a:lnTo>
                    <a:pt x="172643" y="453707"/>
                  </a:lnTo>
                  <a:lnTo>
                    <a:pt x="170688" y="797179"/>
                  </a:lnTo>
                  <a:lnTo>
                    <a:pt x="248539" y="842772"/>
                  </a:lnTo>
                  <a:lnTo>
                    <a:pt x="294132" y="456438"/>
                  </a:lnTo>
                  <a:lnTo>
                    <a:pt x="292798" y="456133"/>
                  </a:lnTo>
                  <a:lnTo>
                    <a:pt x="370332" y="80010"/>
                  </a:lnTo>
                  <a:close/>
                </a:path>
                <a:path w="687705" h="1005839">
                  <a:moveTo>
                    <a:pt x="601980" y="399415"/>
                  </a:moveTo>
                  <a:lnTo>
                    <a:pt x="526669" y="25273"/>
                  </a:lnTo>
                  <a:lnTo>
                    <a:pt x="352044" y="0"/>
                  </a:lnTo>
                  <a:lnTo>
                    <a:pt x="461860" y="389953"/>
                  </a:lnTo>
                  <a:lnTo>
                    <a:pt x="422148" y="794004"/>
                  </a:lnTo>
                  <a:lnTo>
                    <a:pt x="509028" y="760984"/>
                  </a:lnTo>
                  <a:lnTo>
                    <a:pt x="593648" y="406133"/>
                  </a:lnTo>
                  <a:lnTo>
                    <a:pt x="601980" y="399415"/>
                  </a:lnTo>
                  <a:close/>
                </a:path>
                <a:path w="687705" h="1005839">
                  <a:moveTo>
                    <a:pt x="687324" y="919861"/>
                  </a:moveTo>
                  <a:lnTo>
                    <a:pt x="647280" y="877570"/>
                  </a:lnTo>
                  <a:lnTo>
                    <a:pt x="522947" y="800100"/>
                  </a:lnTo>
                  <a:lnTo>
                    <a:pt x="440067" y="813435"/>
                  </a:lnTo>
                  <a:lnTo>
                    <a:pt x="426720" y="888111"/>
                  </a:lnTo>
                  <a:lnTo>
                    <a:pt x="486422" y="895858"/>
                  </a:lnTo>
                  <a:lnTo>
                    <a:pt x="571423" y="976884"/>
                  </a:lnTo>
                  <a:lnTo>
                    <a:pt x="687324" y="919861"/>
                  </a:lnTo>
                  <a:close/>
                </a:path>
              </a:pathLst>
            </a:custGeom>
            <a:solidFill>
              <a:srgbClr val="608FF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77823" y="3698747"/>
              <a:ext cx="134112" cy="140207"/>
            </a:xfrm>
            <a:prstGeom prst="rect">
              <a:avLst/>
            </a:prstGeom>
          </p:spPr>
        </p:pic>
        <p:sp>
          <p:nvSpPr>
            <p:cNvPr id="29" name="object 29" descr=""/>
            <p:cNvSpPr/>
            <p:nvPr/>
          </p:nvSpPr>
          <p:spPr>
            <a:xfrm>
              <a:off x="711707" y="3261359"/>
              <a:ext cx="398145" cy="318770"/>
            </a:xfrm>
            <a:custGeom>
              <a:avLst/>
              <a:gdLst/>
              <a:ahLst/>
              <a:cxnLst/>
              <a:rect l="l" t="t" r="r" b="b"/>
              <a:pathLst>
                <a:path w="398144" h="318770">
                  <a:moveTo>
                    <a:pt x="221056" y="0"/>
                  </a:moveTo>
                  <a:lnTo>
                    <a:pt x="190792" y="0"/>
                  </a:lnTo>
                  <a:lnTo>
                    <a:pt x="161925" y="4190"/>
                  </a:lnTo>
                  <a:lnTo>
                    <a:pt x="111937" y="25907"/>
                  </a:lnTo>
                  <a:lnTo>
                    <a:pt x="72517" y="60325"/>
                  </a:lnTo>
                  <a:lnTo>
                    <a:pt x="40830" y="101726"/>
                  </a:lnTo>
                  <a:lnTo>
                    <a:pt x="17602" y="145923"/>
                  </a:lnTo>
                  <a:lnTo>
                    <a:pt x="4229" y="185927"/>
                  </a:lnTo>
                  <a:lnTo>
                    <a:pt x="0" y="216026"/>
                  </a:lnTo>
                  <a:lnTo>
                    <a:pt x="0" y="226567"/>
                  </a:lnTo>
                  <a:lnTo>
                    <a:pt x="31686" y="261747"/>
                  </a:lnTo>
                  <a:lnTo>
                    <a:pt x="78143" y="285495"/>
                  </a:lnTo>
                  <a:lnTo>
                    <a:pt x="133756" y="304545"/>
                  </a:lnTo>
                  <a:lnTo>
                    <a:pt x="152069" y="308737"/>
                  </a:lnTo>
                  <a:lnTo>
                    <a:pt x="168960" y="313563"/>
                  </a:lnTo>
                  <a:lnTo>
                    <a:pt x="185851" y="316356"/>
                  </a:lnTo>
                  <a:lnTo>
                    <a:pt x="200647" y="318515"/>
                  </a:lnTo>
                  <a:lnTo>
                    <a:pt x="224574" y="318515"/>
                  </a:lnTo>
                  <a:lnTo>
                    <a:pt x="214718" y="307975"/>
                  </a:lnTo>
                  <a:lnTo>
                    <a:pt x="207683" y="294004"/>
                  </a:lnTo>
                  <a:lnTo>
                    <a:pt x="200647" y="277875"/>
                  </a:lnTo>
                  <a:lnTo>
                    <a:pt x="197116" y="259587"/>
                  </a:lnTo>
                  <a:lnTo>
                    <a:pt x="194310" y="240664"/>
                  </a:lnTo>
                  <a:lnTo>
                    <a:pt x="191490" y="223774"/>
                  </a:lnTo>
                  <a:lnTo>
                    <a:pt x="189382" y="208406"/>
                  </a:lnTo>
                  <a:lnTo>
                    <a:pt x="187261" y="196468"/>
                  </a:lnTo>
                  <a:lnTo>
                    <a:pt x="185851" y="189484"/>
                  </a:lnTo>
                  <a:lnTo>
                    <a:pt x="187261" y="179577"/>
                  </a:lnTo>
                  <a:lnTo>
                    <a:pt x="213309" y="135381"/>
                  </a:lnTo>
                  <a:lnTo>
                    <a:pt x="244995" y="116459"/>
                  </a:lnTo>
                  <a:lnTo>
                    <a:pt x="259778" y="129793"/>
                  </a:lnTo>
                  <a:lnTo>
                    <a:pt x="276669" y="138175"/>
                  </a:lnTo>
                  <a:lnTo>
                    <a:pt x="296392" y="142366"/>
                  </a:lnTo>
                  <a:lnTo>
                    <a:pt x="318211" y="144525"/>
                  </a:lnTo>
                  <a:lnTo>
                    <a:pt x="338632" y="143763"/>
                  </a:lnTo>
                  <a:lnTo>
                    <a:pt x="359752" y="140335"/>
                  </a:lnTo>
                  <a:lnTo>
                    <a:pt x="379463" y="135381"/>
                  </a:lnTo>
                  <a:lnTo>
                    <a:pt x="397764" y="128397"/>
                  </a:lnTo>
                  <a:lnTo>
                    <a:pt x="396354" y="121412"/>
                  </a:lnTo>
                  <a:lnTo>
                    <a:pt x="396354" y="86232"/>
                  </a:lnTo>
                  <a:lnTo>
                    <a:pt x="366788" y="49784"/>
                  </a:lnTo>
                  <a:lnTo>
                    <a:pt x="285826" y="16128"/>
                  </a:lnTo>
                  <a:lnTo>
                    <a:pt x="254152" y="6985"/>
                  </a:lnTo>
                  <a:lnTo>
                    <a:pt x="221056" y="0"/>
                  </a:lnTo>
                  <a:close/>
                </a:path>
              </a:pathLst>
            </a:custGeom>
            <a:solidFill>
              <a:srgbClr val="E4C97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 descr=""/>
            <p:cNvSpPr/>
            <p:nvPr/>
          </p:nvSpPr>
          <p:spPr>
            <a:xfrm>
              <a:off x="435863" y="3589019"/>
              <a:ext cx="429895" cy="576580"/>
            </a:xfrm>
            <a:custGeom>
              <a:avLst/>
              <a:gdLst/>
              <a:ahLst/>
              <a:cxnLst/>
              <a:rect l="l" t="t" r="r" b="b"/>
              <a:pathLst>
                <a:path w="429894" h="576579">
                  <a:moveTo>
                    <a:pt x="405104" y="0"/>
                  </a:moveTo>
                  <a:lnTo>
                    <a:pt x="333946" y="16890"/>
                  </a:lnTo>
                  <a:lnTo>
                    <a:pt x="63411" y="165480"/>
                  </a:lnTo>
                  <a:lnTo>
                    <a:pt x="0" y="270382"/>
                  </a:lnTo>
                  <a:lnTo>
                    <a:pt x="138798" y="511301"/>
                  </a:lnTo>
                  <a:lnTo>
                    <a:pt x="231089" y="417575"/>
                  </a:lnTo>
                  <a:lnTo>
                    <a:pt x="195859" y="294385"/>
                  </a:lnTo>
                  <a:lnTo>
                    <a:pt x="245884" y="267588"/>
                  </a:lnTo>
                  <a:lnTo>
                    <a:pt x="248704" y="402843"/>
                  </a:lnTo>
                  <a:lnTo>
                    <a:pt x="262788" y="576071"/>
                  </a:lnTo>
                  <a:lnTo>
                    <a:pt x="429767" y="541527"/>
                  </a:lnTo>
                  <a:lnTo>
                    <a:pt x="376224" y="213359"/>
                  </a:lnTo>
                  <a:lnTo>
                    <a:pt x="405104" y="0"/>
                  </a:lnTo>
                  <a:close/>
                </a:path>
              </a:pathLst>
            </a:custGeom>
            <a:solidFill>
              <a:srgbClr val="00CC6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2647" y="4037075"/>
              <a:ext cx="155447" cy="141731"/>
            </a:xfrm>
            <a:prstGeom prst="rect">
              <a:avLst/>
            </a:prstGeom>
          </p:spPr>
        </p:pic>
        <p:sp>
          <p:nvSpPr>
            <p:cNvPr id="32" name="object 32" descr=""/>
            <p:cNvSpPr/>
            <p:nvPr/>
          </p:nvSpPr>
          <p:spPr>
            <a:xfrm>
              <a:off x="1014983" y="3395471"/>
              <a:ext cx="33655" cy="33655"/>
            </a:xfrm>
            <a:custGeom>
              <a:avLst/>
              <a:gdLst/>
              <a:ahLst/>
              <a:cxnLst/>
              <a:rect l="l" t="t" r="r" b="b"/>
              <a:pathLst>
                <a:path w="33655" h="33654">
                  <a:moveTo>
                    <a:pt x="26022" y="0"/>
                  </a:moveTo>
                  <a:lnTo>
                    <a:pt x="7505" y="0"/>
                  </a:lnTo>
                  <a:lnTo>
                    <a:pt x="0" y="7492"/>
                  </a:lnTo>
                  <a:lnTo>
                    <a:pt x="0" y="26035"/>
                  </a:lnTo>
                  <a:lnTo>
                    <a:pt x="7505" y="33527"/>
                  </a:lnTo>
                  <a:lnTo>
                    <a:pt x="26022" y="33527"/>
                  </a:lnTo>
                  <a:lnTo>
                    <a:pt x="33528" y="26035"/>
                  </a:lnTo>
                  <a:lnTo>
                    <a:pt x="33528" y="16763"/>
                  </a:lnTo>
                  <a:lnTo>
                    <a:pt x="33528" y="7492"/>
                  </a:lnTo>
                  <a:lnTo>
                    <a:pt x="26022" y="0"/>
                  </a:lnTo>
                  <a:close/>
                </a:path>
              </a:pathLst>
            </a:custGeom>
            <a:solidFill>
              <a:srgbClr val="608FFC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1014983" y="3395471"/>
              <a:ext cx="43180" cy="129539"/>
            </a:xfrm>
            <a:custGeom>
              <a:avLst/>
              <a:gdLst/>
              <a:ahLst/>
              <a:cxnLst/>
              <a:rect l="l" t="t" r="r" b="b"/>
              <a:pathLst>
                <a:path w="43180" h="129539">
                  <a:moveTo>
                    <a:pt x="33528" y="16763"/>
                  </a:moveTo>
                  <a:lnTo>
                    <a:pt x="33528" y="7492"/>
                  </a:lnTo>
                  <a:lnTo>
                    <a:pt x="26022" y="0"/>
                  </a:lnTo>
                  <a:lnTo>
                    <a:pt x="16763" y="0"/>
                  </a:lnTo>
                  <a:lnTo>
                    <a:pt x="7505" y="0"/>
                  </a:lnTo>
                  <a:lnTo>
                    <a:pt x="0" y="7492"/>
                  </a:lnTo>
                  <a:lnTo>
                    <a:pt x="0" y="16763"/>
                  </a:lnTo>
                  <a:lnTo>
                    <a:pt x="0" y="26035"/>
                  </a:lnTo>
                  <a:lnTo>
                    <a:pt x="7505" y="33527"/>
                  </a:lnTo>
                  <a:lnTo>
                    <a:pt x="16763" y="33527"/>
                  </a:lnTo>
                  <a:lnTo>
                    <a:pt x="26022" y="33527"/>
                  </a:lnTo>
                  <a:lnTo>
                    <a:pt x="33528" y="26035"/>
                  </a:lnTo>
                  <a:lnTo>
                    <a:pt x="33528" y="16763"/>
                  </a:lnTo>
                  <a:close/>
                </a:path>
                <a:path w="43180" h="129539">
                  <a:moveTo>
                    <a:pt x="42671" y="129539"/>
                  </a:moveTo>
                  <a:lnTo>
                    <a:pt x="38607" y="129539"/>
                  </a:lnTo>
                  <a:lnTo>
                    <a:pt x="23368" y="128524"/>
                  </a:lnTo>
                  <a:lnTo>
                    <a:pt x="18287" y="127507"/>
                  </a:lnTo>
                  <a:lnTo>
                    <a:pt x="13207" y="126491"/>
                  </a:lnTo>
                  <a:lnTo>
                    <a:pt x="13207" y="121412"/>
                  </a:lnTo>
                  <a:lnTo>
                    <a:pt x="12191" y="120395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4" name="object 34" descr=""/>
          <p:cNvGrpSpPr/>
          <p:nvPr/>
        </p:nvGrpSpPr>
        <p:grpSpPr>
          <a:xfrm>
            <a:off x="6347459" y="2558795"/>
            <a:ext cx="2334895" cy="2121535"/>
            <a:chOff x="6347459" y="2558795"/>
            <a:chExt cx="2334895" cy="2121535"/>
          </a:xfrm>
        </p:grpSpPr>
        <p:sp>
          <p:nvSpPr>
            <p:cNvPr id="35" name="object 35" descr=""/>
            <p:cNvSpPr/>
            <p:nvPr/>
          </p:nvSpPr>
          <p:spPr>
            <a:xfrm>
              <a:off x="6781799" y="2574035"/>
              <a:ext cx="1786255" cy="2026920"/>
            </a:xfrm>
            <a:custGeom>
              <a:avLst/>
              <a:gdLst/>
              <a:ahLst/>
              <a:cxnLst/>
              <a:rect l="l" t="t" r="r" b="b"/>
              <a:pathLst>
                <a:path w="1786254" h="2026920">
                  <a:moveTo>
                    <a:pt x="675894" y="0"/>
                  </a:moveTo>
                  <a:lnTo>
                    <a:pt x="482726" y="1496059"/>
                  </a:lnTo>
                  <a:lnTo>
                    <a:pt x="0" y="916939"/>
                  </a:lnTo>
                  <a:lnTo>
                    <a:pt x="241426" y="2026920"/>
                  </a:lnTo>
                  <a:lnTo>
                    <a:pt x="1544701" y="2026920"/>
                  </a:lnTo>
                  <a:lnTo>
                    <a:pt x="1786127" y="916939"/>
                  </a:lnTo>
                  <a:lnTo>
                    <a:pt x="1351660" y="1785620"/>
                  </a:lnTo>
                  <a:lnTo>
                    <a:pt x="1158621" y="530860"/>
                  </a:lnTo>
                  <a:lnTo>
                    <a:pt x="917194" y="1254759"/>
                  </a:lnTo>
                  <a:lnTo>
                    <a:pt x="675894" y="0"/>
                  </a:lnTo>
                  <a:close/>
                </a:path>
              </a:pathLst>
            </a:custGeom>
            <a:solidFill>
              <a:srgbClr val="4453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6781799" y="2574035"/>
              <a:ext cx="1786255" cy="2026920"/>
            </a:xfrm>
            <a:custGeom>
              <a:avLst/>
              <a:gdLst/>
              <a:ahLst/>
              <a:cxnLst/>
              <a:rect l="l" t="t" r="r" b="b"/>
              <a:pathLst>
                <a:path w="1786254" h="2026920">
                  <a:moveTo>
                    <a:pt x="241426" y="2026920"/>
                  </a:moveTo>
                  <a:lnTo>
                    <a:pt x="0" y="916939"/>
                  </a:lnTo>
                  <a:lnTo>
                    <a:pt x="482726" y="1496059"/>
                  </a:lnTo>
                  <a:lnTo>
                    <a:pt x="675894" y="0"/>
                  </a:lnTo>
                  <a:lnTo>
                    <a:pt x="917194" y="1254759"/>
                  </a:lnTo>
                  <a:lnTo>
                    <a:pt x="1158621" y="530860"/>
                  </a:lnTo>
                  <a:lnTo>
                    <a:pt x="1351660" y="1785620"/>
                  </a:lnTo>
                  <a:lnTo>
                    <a:pt x="1786127" y="916939"/>
                  </a:lnTo>
                  <a:lnTo>
                    <a:pt x="1544701" y="2026920"/>
                  </a:lnTo>
                  <a:lnTo>
                    <a:pt x="241426" y="2026920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6975347" y="3393947"/>
              <a:ext cx="1399540" cy="1207135"/>
            </a:xfrm>
            <a:custGeom>
              <a:avLst/>
              <a:gdLst/>
              <a:ahLst/>
              <a:cxnLst/>
              <a:rect l="l" t="t" r="r" b="b"/>
              <a:pathLst>
                <a:path w="1399540" h="1207135">
                  <a:moveTo>
                    <a:pt x="482473" y="0"/>
                  </a:moveTo>
                  <a:lnTo>
                    <a:pt x="289432" y="1062227"/>
                  </a:lnTo>
                  <a:lnTo>
                    <a:pt x="0" y="482853"/>
                  </a:lnTo>
                  <a:lnTo>
                    <a:pt x="96520" y="1207008"/>
                  </a:lnTo>
                  <a:lnTo>
                    <a:pt x="1254252" y="1207008"/>
                  </a:lnTo>
                  <a:lnTo>
                    <a:pt x="1399031" y="627633"/>
                  </a:lnTo>
                  <a:lnTo>
                    <a:pt x="1109599" y="1013840"/>
                  </a:lnTo>
                  <a:lnTo>
                    <a:pt x="916558" y="96519"/>
                  </a:lnTo>
                  <a:lnTo>
                    <a:pt x="578866" y="1062227"/>
                  </a:lnTo>
                  <a:lnTo>
                    <a:pt x="482473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 descr=""/>
            <p:cNvSpPr/>
            <p:nvPr/>
          </p:nvSpPr>
          <p:spPr>
            <a:xfrm>
              <a:off x="6975347" y="3393947"/>
              <a:ext cx="1399540" cy="1207135"/>
            </a:xfrm>
            <a:custGeom>
              <a:avLst/>
              <a:gdLst/>
              <a:ahLst/>
              <a:cxnLst/>
              <a:rect l="l" t="t" r="r" b="b"/>
              <a:pathLst>
                <a:path w="1399540" h="1207135">
                  <a:moveTo>
                    <a:pt x="96520" y="1207008"/>
                  </a:moveTo>
                  <a:lnTo>
                    <a:pt x="0" y="482853"/>
                  </a:lnTo>
                  <a:lnTo>
                    <a:pt x="289432" y="1062227"/>
                  </a:lnTo>
                  <a:lnTo>
                    <a:pt x="482473" y="0"/>
                  </a:lnTo>
                  <a:lnTo>
                    <a:pt x="578866" y="1062227"/>
                  </a:lnTo>
                  <a:lnTo>
                    <a:pt x="916558" y="96519"/>
                  </a:lnTo>
                  <a:lnTo>
                    <a:pt x="1109599" y="1013840"/>
                  </a:lnTo>
                  <a:lnTo>
                    <a:pt x="1399031" y="627633"/>
                  </a:lnTo>
                  <a:lnTo>
                    <a:pt x="1254252" y="1207008"/>
                  </a:lnTo>
                  <a:lnTo>
                    <a:pt x="96520" y="1207008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7071359" y="3828287"/>
              <a:ext cx="1158240" cy="772795"/>
            </a:xfrm>
            <a:custGeom>
              <a:avLst/>
              <a:gdLst/>
              <a:ahLst/>
              <a:cxnLst/>
              <a:rect l="l" t="t" r="r" b="b"/>
              <a:pathLst>
                <a:path w="1158240" h="772795">
                  <a:moveTo>
                    <a:pt x="772160" y="0"/>
                  </a:moveTo>
                  <a:lnTo>
                    <a:pt x="434340" y="724407"/>
                  </a:lnTo>
                  <a:lnTo>
                    <a:pt x="337820" y="48260"/>
                  </a:lnTo>
                  <a:lnTo>
                    <a:pt x="241300" y="724407"/>
                  </a:lnTo>
                  <a:lnTo>
                    <a:pt x="0" y="434594"/>
                  </a:lnTo>
                  <a:lnTo>
                    <a:pt x="48260" y="724407"/>
                  </a:lnTo>
                  <a:lnTo>
                    <a:pt x="1061720" y="772668"/>
                  </a:lnTo>
                  <a:lnTo>
                    <a:pt x="1158240" y="482854"/>
                  </a:lnTo>
                  <a:lnTo>
                    <a:pt x="868680" y="724407"/>
                  </a:lnTo>
                  <a:lnTo>
                    <a:pt x="77216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7071359" y="3828287"/>
              <a:ext cx="1158240" cy="772795"/>
            </a:xfrm>
            <a:custGeom>
              <a:avLst/>
              <a:gdLst/>
              <a:ahLst/>
              <a:cxnLst/>
              <a:rect l="l" t="t" r="r" b="b"/>
              <a:pathLst>
                <a:path w="1158240" h="772795">
                  <a:moveTo>
                    <a:pt x="48260" y="724407"/>
                  </a:moveTo>
                  <a:lnTo>
                    <a:pt x="0" y="434594"/>
                  </a:lnTo>
                  <a:lnTo>
                    <a:pt x="241300" y="724407"/>
                  </a:lnTo>
                  <a:lnTo>
                    <a:pt x="337820" y="48260"/>
                  </a:lnTo>
                  <a:lnTo>
                    <a:pt x="434340" y="724407"/>
                  </a:lnTo>
                  <a:lnTo>
                    <a:pt x="772160" y="0"/>
                  </a:lnTo>
                  <a:lnTo>
                    <a:pt x="868680" y="724407"/>
                  </a:lnTo>
                  <a:lnTo>
                    <a:pt x="1158240" y="482854"/>
                  </a:lnTo>
                  <a:lnTo>
                    <a:pt x="1061720" y="772668"/>
                  </a:lnTo>
                  <a:lnTo>
                    <a:pt x="48260" y="724407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6566915" y="2610611"/>
              <a:ext cx="1786255" cy="2026920"/>
            </a:xfrm>
            <a:custGeom>
              <a:avLst/>
              <a:gdLst/>
              <a:ahLst/>
              <a:cxnLst/>
              <a:rect l="l" t="t" r="r" b="b"/>
              <a:pathLst>
                <a:path w="1786254" h="2026920">
                  <a:moveTo>
                    <a:pt x="1110233" y="0"/>
                  </a:moveTo>
                  <a:lnTo>
                    <a:pt x="868933" y="1254760"/>
                  </a:lnTo>
                  <a:lnTo>
                    <a:pt x="627506" y="530860"/>
                  </a:lnTo>
                  <a:lnTo>
                    <a:pt x="434466" y="1785620"/>
                  </a:lnTo>
                  <a:lnTo>
                    <a:pt x="0" y="916939"/>
                  </a:lnTo>
                  <a:lnTo>
                    <a:pt x="241426" y="2026920"/>
                  </a:lnTo>
                  <a:lnTo>
                    <a:pt x="1544701" y="2026920"/>
                  </a:lnTo>
                  <a:lnTo>
                    <a:pt x="1786127" y="916939"/>
                  </a:lnTo>
                  <a:lnTo>
                    <a:pt x="1303401" y="1496060"/>
                  </a:lnTo>
                  <a:lnTo>
                    <a:pt x="1110233" y="0"/>
                  </a:lnTo>
                  <a:close/>
                </a:path>
              </a:pathLst>
            </a:custGeom>
            <a:solidFill>
              <a:srgbClr val="4453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 descr=""/>
            <p:cNvSpPr/>
            <p:nvPr/>
          </p:nvSpPr>
          <p:spPr>
            <a:xfrm>
              <a:off x="6566915" y="2610611"/>
              <a:ext cx="1786255" cy="2026920"/>
            </a:xfrm>
            <a:custGeom>
              <a:avLst/>
              <a:gdLst/>
              <a:ahLst/>
              <a:cxnLst/>
              <a:rect l="l" t="t" r="r" b="b"/>
              <a:pathLst>
                <a:path w="1786254" h="2026920">
                  <a:moveTo>
                    <a:pt x="1544701" y="2026920"/>
                  </a:moveTo>
                  <a:lnTo>
                    <a:pt x="1786127" y="916939"/>
                  </a:lnTo>
                  <a:lnTo>
                    <a:pt x="1303401" y="1496060"/>
                  </a:lnTo>
                  <a:lnTo>
                    <a:pt x="1110233" y="0"/>
                  </a:lnTo>
                  <a:lnTo>
                    <a:pt x="868933" y="1254760"/>
                  </a:lnTo>
                  <a:lnTo>
                    <a:pt x="627506" y="530860"/>
                  </a:lnTo>
                  <a:lnTo>
                    <a:pt x="434466" y="1785620"/>
                  </a:lnTo>
                  <a:lnTo>
                    <a:pt x="0" y="916939"/>
                  </a:lnTo>
                  <a:lnTo>
                    <a:pt x="241426" y="2026920"/>
                  </a:lnTo>
                  <a:lnTo>
                    <a:pt x="1544701" y="2026920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6760463" y="3430523"/>
              <a:ext cx="1400810" cy="1207135"/>
            </a:xfrm>
            <a:custGeom>
              <a:avLst/>
              <a:gdLst/>
              <a:ahLst/>
              <a:cxnLst/>
              <a:rect l="l" t="t" r="r" b="b"/>
              <a:pathLst>
                <a:path w="1400809" h="1207135">
                  <a:moveTo>
                    <a:pt x="917575" y="0"/>
                  </a:moveTo>
                  <a:lnTo>
                    <a:pt x="821054" y="1062227"/>
                  </a:lnTo>
                  <a:lnTo>
                    <a:pt x="482980" y="96520"/>
                  </a:lnTo>
                  <a:lnTo>
                    <a:pt x="289813" y="1013840"/>
                  </a:lnTo>
                  <a:lnTo>
                    <a:pt x="0" y="627633"/>
                  </a:lnTo>
                  <a:lnTo>
                    <a:pt x="144906" y="1207008"/>
                  </a:lnTo>
                  <a:lnTo>
                    <a:pt x="1303908" y="1207008"/>
                  </a:lnTo>
                  <a:lnTo>
                    <a:pt x="1400555" y="482853"/>
                  </a:lnTo>
                  <a:lnTo>
                    <a:pt x="1110741" y="1062227"/>
                  </a:lnTo>
                  <a:lnTo>
                    <a:pt x="9175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 descr=""/>
            <p:cNvSpPr/>
            <p:nvPr/>
          </p:nvSpPr>
          <p:spPr>
            <a:xfrm>
              <a:off x="6760463" y="3430523"/>
              <a:ext cx="1400810" cy="1207135"/>
            </a:xfrm>
            <a:custGeom>
              <a:avLst/>
              <a:gdLst/>
              <a:ahLst/>
              <a:cxnLst/>
              <a:rect l="l" t="t" r="r" b="b"/>
              <a:pathLst>
                <a:path w="1400809" h="1207135">
                  <a:moveTo>
                    <a:pt x="1303908" y="1207008"/>
                  </a:moveTo>
                  <a:lnTo>
                    <a:pt x="1400555" y="482853"/>
                  </a:lnTo>
                  <a:lnTo>
                    <a:pt x="1110741" y="1062227"/>
                  </a:lnTo>
                  <a:lnTo>
                    <a:pt x="917575" y="0"/>
                  </a:lnTo>
                  <a:lnTo>
                    <a:pt x="821054" y="1062227"/>
                  </a:lnTo>
                  <a:lnTo>
                    <a:pt x="482980" y="96520"/>
                  </a:lnTo>
                  <a:lnTo>
                    <a:pt x="289813" y="1013840"/>
                  </a:lnTo>
                  <a:lnTo>
                    <a:pt x="0" y="627633"/>
                  </a:lnTo>
                  <a:lnTo>
                    <a:pt x="144906" y="1207008"/>
                  </a:lnTo>
                  <a:lnTo>
                    <a:pt x="1303908" y="120700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 descr=""/>
            <p:cNvSpPr/>
            <p:nvPr/>
          </p:nvSpPr>
          <p:spPr>
            <a:xfrm>
              <a:off x="6905243" y="3864863"/>
              <a:ext cx="1158240" cy="772795"/>
            </a:xfrm>
            <a:custGeom>
              <a:avLst/>
              <a:gdLst/>
              <a:ahLst/>
              <a:cxnLst/>
              <a:rect l="l" t="t" r="r" b="b"/>
              <a:pathLst>
                <a:path w="1158240" h="772795">
                  <a:moveTo>
                    <a:pt x="386079" y="0"/>
                  </a:moveTo>
                  <a:lnTo>
                    <a:pt x="289559" y="724408"/>
                  </a:lnTo>
                  <a:lnTo>
                    <a:pt x="0" y="482854"/>
                  </a:lnTo>
                  <a:lnTo>
                    <a:pt x="96520" y="772668"/>
                  </a:lnTo>
                  <a:lnTo>
                    <a:pt x="1109979" y="724408"/>
                  </a:lnTo>
                  <a:lnTo>
                    <a:pt x="1158239" y="434594"/>
                  </a:lnTo>
                  <a:lnTo>
                    <a:pt x="916939" y="724408"/>
                  </a:lnTo>
                  <a:lnTo>
                    <a:pt x="820420" y="48260"/>
                  </a:lnTo>
                  <a:lnTo>
                    <a:pt x="723900" y="724408"/>
                  </a:lnTo>
                  <a:lnTo>
                    <a:pt x="386079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6905243" y="3864863"/>
              <a:ext cx="1158240" cy="772795"/>
            </a:xfrm>
            <a:custGeom>
              <a:avLst/>
              <a:gdLst/>
              <a:ahLst/>
              <a:cxnLst/>
              <a:rect l="l" t="t" r="r" b="b"/>
              <a:pathLst>
                <a:path w="1158240" h="772795">
                  <a:moveTo>
                    <a:pt x="1109979" y="724408"/>
                  </a:moveTo>
                  <a:lnTo>
                    <a:pt x="1158239" y="434594"/>
                  </a:lnTo>
                  <a:lnTo>
                    <a:pt x="916939" y="724408"/>
                  </a:lnTo>
                  <a:lnTo>
                    <a:pt x="820420" y="48260"/>
                  </a:lnTo>
                  <a:lnTo>
                    <a:pt x="723900" y="724408"/>
                  </a:lnTo>
                  <a:lnTo>
                    <a:pt x="386079" y="0"/>
                  </a:lnTo>
                  <a:lnTo>
                    <a:pt x="289559" y="724408"/>
                  </a:lnTo>
                  <a:lnTo>
                    <a:pt x="0" y="482854"/>
                  </a:lnTo>
                  <a:lnTo>
                    <a:pt x="96520" y="772668"/>
                  </a:lnTo>
                  <a:lnTo>
                    <a:pt x="1109979" y="72440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6353555" y="2645663"/>
              <a:ext cx="1786255" cy="2028825"/>
            </a:xfrm>
            <a:custGeom>
              <a:avLst/>
              <a:gdLst/>
              <a:ahLst/>
              <a:cxnLst/>
              <a:rect l="l" t="t" r="r" b="b"/>
              <a:pathLst>
                <a:path w="1786254" h="2028825">
                  <a:moveTo>
                    <a:pt x="1110234" y="0"/>
                  </a:moveTo>
                  <a:lnTo>
                    <a:pt x="868934" y="1255649"/>
                  </a:lnTo>
                  <a:lnTo>
                    <a:pt x="627507" y="531240"/>
                  </a:lnTo>
                  <a:lnTo>
                    <a:pt x="434467" y="1787017"/>
                  </a:lnTo>
                  <a:lnTo>
                    <a:pt x="0" y="917575"/>
                  </a:lnTo>
                  <a:lnTo>
                    <a:pt x="241426" y="2028444"/>
                  </a:lnTo>
                  <a:lnTo>
                    <a:pt x="1544701" y="2028444"/>
                  </a:lnTo>
                  <a:lnTo>
                    <a:pt x="1786127" y="917575"/>
                  </a:lnTo>
                  <a:lnTo>
                    <a:pt x="1303401" y="1497203"/>
                  </a:lnTo>
                  <a:lnTo>
                    <a:pt x="1110234" y="0"/>
                  </a:lnTo>
                  <a:close/>
                </a:path>
              </a:pathLst>
            </a:custGeom>
            <a:solidFill>
              <a:srgbClr val="4453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 descr=""/>
            <p:cNvSpPr/>
            <p:nvPr/>
          </p:nvSpPr>
          <p:spPr>
            <a:xfrm>
              <a:off x="6353555" y="2645663"/>
              <a:ext cx="1786255" cy="2028825"/>
            </a:xfrm>
            <a:custGeom>
              <a:avLst/>
              <a:gdLst/>
              <a:ahLst/>
              <a:cxnLst/>
              <a:rect l="l" t="t" r="r" b="b"/>
              <a:pathLst>
                <a:path w="1786254" h="2028825">
                  <a:moveTo>
                    <a:pt x="1544701" y="2028444"/>
                  </a:moveTo>
                  <a:lnTo>
                    <a:pt x="1786127" y="917575"/>
                  </a:lnTo>
                  <a:lnTo>
                    <a:pt x="1303401" y="1497203"/>
                  </a:lnTo>
                  <a:lnTo>
                    <a:pt x="1110234" y="0"/>
                  </a:lnTo>
                  <a:lnTo>
                    <a:pt x="868934" y="1255649"/>
                  </a:lnTo>
                  <a:lnTo>
                    <a:pt x="627507" y="531240"/>
                  </a:lnTo>
                  <a:lnTo>
                    <a:pt x="434467" y="1787017"/>
                  </a:lnTo>
                  <a:lnTo>
                    <a:pt x="0" y="917575"/>
                  </a:lnTo>
                  <a:lnTo>
                    <a:pt x="241426" y="2028444"/>
                  </a:lnTo>
                  <a:lnTo>
                    <a:pt x="1544701" y="2028444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6545579" y="3467099"/>
              <a:ext cx="1400810" cy="1207135"/>
            </a:xfrm>
            <a:custGeom>
              <a:avLst/>
              <a:gdLst/>
              <a:ahLst/>
              <a:cxnLst/>
              <a:rect l="l" t="t" r="r" b="b"/>
              <a:pathLst>
                <a:path w="1400809" h="1207135">
                  <a:moveTo>
                    <a:pt x="917575" y="0"/>
                  </a:moveTo>
                  <a:lnTo>
                    <a:pt x="821054" y="1062227"/>
                  </a:lnTo>
                  <a:lnTo>
                    <a:pt x="482980" y="96520"/>
                  </a:lnTo>
                  <a:lnTo>
                    <a:pt x="289814" y="1013841"/>
                  </a:lnTo>
                  <a:lnTo>
                    <a:pt x="0" y="627633"/>
                  </a:lnTo>
                  <a:lnTo>
                    <a:pt x="144906" y="1207008"/>
                  </a:lnTo>
                  <a:lnTo>
                    <a:pt x="1303909" y="1207008"/>
                  </a:lnTo>
                  <a:lnTo>
                    <a:pt x="1400555" y="482854"/>
                  </a:lnTo>
                  <a:lnTo>
                    <a:pt x="1110742" y="1062227"/>
                  </a:lnTo>
                  <a:lnTo>
                    <a:pt x="917575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 descr=""/>
            <p:cNvSpPr/>
            <p:nvPr/>
          </p:nvSpPr>
          <p:spPr>
            <a:xfrm>
              <a:off x="6545579" y="3467099"/>
              <a:ext cx="1400810" cy="1207135"/>
            </a:xfrm>
            <a:custGeom>
              <a:avLst/>
              <a:gdLst/>
              <a:ahLst/>
              <a:cxnLst/>
              <a:rect l="l" t="t" r="r" b="b"/>
              <a:pathLst>
                <a:path w="1400809" h="1207135">
                  <a:moveTo>
                    <a:pt x="1303909" y="1207008"/>
                  </a:moveTo>
                  <a:lnTo>
                    <a:pt x="1400555" y="482854"/>
                  </a:lnTo>
                  <a:lnTo>
                    <a:pt x="1110742" y="1062227"/>
                  </a:lnTo>
                  <a:lnTo>
                    <a:pt x="917575" y="0"/>
                  </a:lnTo>
                  <a:lnTo>
                    <a:pt x="821054" y="1062227"/>
                  </a:lnTo>
                  <a:lnTo>
                    <a:pt x="482980" y="96520"/>
                  </a:lnTo>
                  <a:lnTo>
                    <a:pt x="289814" y="1013841"/>
                  </a:lnTo>
                  <a:lnTo>
                    <a:pt x="0" y="627633"/>
                  </a:lnTo>
                  <a:lnTo>
                    <a:pt x="144906" y="1207008"/>
                  </a:lnTo>
                  <a:lnTo>
                    <a:pt x="1303909" y="120700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 descr=""/>
            <p:cNvSpPr/>
            <p:nvPr/>
          </p:nvSpPr>
          <p:spPr>
            <a:xfrm>
              <a:off x="6690359" y="3901439"/>
              <a:ext cx="1160145" cy="772795"/>
            </a:xfrm>
            <a:custGeom>
              <a:avLst/>
              <a:gdLst/>
              <a:ahLst/>
              <a:cxnLst/>
              <a:rect l="l" t="t" r="r" b="b"/>
              <a:pathLst>
                <a:path w="1160145" h="772795">
                  <a:moveTo>
                    <a:pt x="386588" y="0"/>
                  </a:moveTo>
                  <a:lnTo>
                    <a:pt x="289941" y="724408"/>
                  </a:lnTo>
                  <a:lnTo>
                    <a:pt x="0" y="482854"/>
                  </a:lnTo>
                  <a:lnTo>
                    <a:pt x="96647" y="772668"/>
                  </a:lnTo>
                  <a:lnTo>
                    <a:pt x="1111377" y="724408"/>
                  </a:lnTo>
                  <a:lnTo>
                    <a:pt x="1159764" y="434594"/>
                  </a:lnTo>
                  <a:lnTo>
                    <a:pt x="918083" y="724408"/>
                  </a:lnTo>
                  <a:lnTo>
                    <a:pt x="821436" y="48260"/>
                  </a:lnTo>
                  <a:lnTo>
                    <a:pt x="724789" y="724408"/>
                  </a:lnTo>
                  <a:lnTo>
                    <a:pt x="386588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6690359" y="3901439"/>
              <a:ext cx="1160145" cy="772795"/>
            </a:xfrm>
            <a:custGeom>
              <a:avLst/>
              <a:gdLst/>
              <a:ahLst/>
              <a:cxnLst/>
              <a:rect l="l" t="t" r="r" b="b"/>
              <a:pathLst>
                <a:path w="1160145" h="772795">
                  <a:moveTo>
                    <a:pt x="1111377" y="724408"/>
                  </a:moveTo>
                  <a:lnTo>
                    <a:pt x="1159764" y="434594"/>
                  </a:lnTo>
                  <a:lnTo>
                    <a:pt x="918083" y="724408"/>
                  </a:lnTo>
                  <a:lnTo>
                    <a:pt x="821436" y="48260"/>
                  </a:lnTo>
                  <a:lnTo>
                    <a:pt x="724789" y="724408"/>
                  </a:lnTo>
                  <a:lnTo>
                    <a:pt x="386588" y="0"/>
                  </a:lnTo>
                  <a:lnTo>
                    <a:pt x="289941" y="724408"/>
                  </a:lnTo>
                  <a:lnTo>
                    <a:pt x="0" y="482854"/>
                  </a:lnTo>
                  <a:lnTo>
                    <a:pt x="96647" y="772668"/>
                  </a:lnTo>
                  <a:lnTo>
                    <a:pt x="1111377" y="72440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6890003" y="2564891"/>
              <a:ext cx="1786255" cy="2028825"/>
            </a:xfrm>
            <a:custGeom>
              <a:avLst/>
              <a:gdLst/>
              <a:ahLst/>
              <a:cxnLst/>
              <a:rect l="l" t="t" r="r" b="b"/>
              <a:pathLst>
                <a:path w="1786254" h="2028825">
                  <a:moveTo>
                    <a:pt x="675894" y="0"/>
                  </a:moveTo>
                  <a:lnTo>
                    <a:pt x="482726" y="1497203"/>
                  </a:lnTo>
                  <a:lnTo>
                    <a:pt x="0" y="917575"/>
                  </a:lnTo>
                  <a:lnTo>
                    <a:pt x="241426" y="2028444"/>
                  </a:lnTo>
                  <a:lnTo>
                    <a:pt x="1544701" y="2028444"/>
                  </a:lnTo>
                  <a:lnTo>
                    <a:pt x="1786127" y="917575"/>
                  </a:lnTo>
                  <a:lnTo>
                    <a:pt x="1351661" y="1787017"/>
                  </a:lnTo>
                  <a:lnTo>
                    <a:pt x="1158621" y="531241"/>
                  </a:lnTo>
                  <a:lnTo>
                    <a:pt x="917194" y="1255649"/>
                  </a:lnTo>
                  <a:lnTo>
                    <a:pt x="675894" y="0"/>
                  </a:lnTo>
                  <a:close/>
                </a:path>
              </a:pathLst>
            </a:custGeom>
            <a:solidFill>
              <a:srgbClr val="4453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6890003" y="2564891"/>
              <a:ext cx="1786255" cy="2028825"/>
            </a:xfrm>
            <a:custGeom>
              <a:avLst/>
              <a:gdLst/>
              <a:ahLst/>
              <a:cxnLst/>
              <a:rect l="l" t="t" r="r" b="b"/>
              <a:pathLst>
                <a:path w="1786254" h="2028825">
                  <a:moveTo>
                    <a:pt x="241426" y="2028444"/>
                  </a:moveTo>
                  <a:lnTo>
                    <a:pt x="0" y="917575"/>
                  </a:lnTo>
                  <a:lnTo>
                    <a:pt x="482726" y="1497203"/>
                  </a:lnTo>
                  <a:lnTo>
                    <a:pt x="675894" y="0"/>
                  </a:lnTo>
                  <a:lnTo>
                    <a:pt x="917194" y="1255649"/>
                  </a:lnTo>
                  <a:lnTo>
                    <a:pt x="1158621" y="531241"/>
                  </a:lnTo>
                  <a:lnTo>
                    <a:pt x="1351661" y="1787017"/>
                  </a:lnTo>
                  <a:lnTo>
                    <a:pt x="1786127" y="917575"/>
                  </a:lnTo>
                  <a:lnTo>
                    <a:pt x="1544701" y="2028444"/>
                  </a:lnTo>
                  <a:lnTo>
                    <a:pt x="241426" y="2028444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 descr=""/>
            <p:cNvSpPr/>
            <p:nvPr/>
          </p:nvSpPr>
          <p:spPr>
            <a:xfrm>
              <a:off x="7083551" y="3386327"/>
              <a:ext cx="1399540" cy="1207135"/>
            </a:xfrm>
            <a:custGeom>
              <a:avLst/>
              <a:gdLst/>
              <a:ahLst/>
              <a:cxnLst/>
              <a:rect l="l" t="t" r="r" b="b"/>
              <a:pathLst>
                <a:path w="1399540" h="1207135">
                  <a:moveTo>
                    <a:pt x="482473" y="0"/>
                  </a:moveTo>
                  <a:lnTo>
                    <a:pt x="289432" y="1062228"/>
                  </a:lnTo>
                  <a:lnTo>
                    <a:pt x="0" y="482854"/>
                  </a:lnTo>
                  <a:lnTo>
                    <a:pt x="96520" y="1207008"/>
                  </a:lnTo>
                  <a:lnTo>
                    <a:pt x="1254252" y="1207008"/>
                  </a:lnTo>
                  <a:lnTo>
                    <a:pt x="1399031" y="627634"/>
                  </a:lnTo>
                  <a:lnTo>
                    <a:pt x="1109599" y="1013841"/>
                  </a:lnTo>
                  <a:lnTo>
                    <a:pt x="916558" y="96520"/>
                  </a:lnTo>
                  <a:lnTo>
                    <a:pt x="578866" y="1062228"/>
                  </a:lnTo>
                  <a:lnTo>
                    <a:pt x="482473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 descr=""/>
            <p:cNvSpPr/>
            <p:nvPr/>
          </p:nvSpPr>
          <p:spPr>
            <a:xfrm>
              <a:off x="7083551" y="3386327"/>
              <a:ext cx="1399540" cy="1207135"/>
            </a:xfrm>
            <a:custGeom>
              <a:avLst/>
              <a:gdLst/>
              <a:ahLst/>
              <a:cxnLst/>
              <a:rect l="l" t="t" r="r" b="b"/>
              <a:pathLst>
                <a:path w="1399540" h="1207135">
                  <a:moveTo>
                    <a:pt x="96520" y="1207008"/>
                  </a:moveTo>
                  <a:lnTo>
                    <a:pt x="0" y="482854"/>
                  </a:lnTo>
                  <a:lnTo>
                    <a:pt x="289432" y="1062228"/>
                  </a:lnTo>
                  <a:lnTo>
                    <a:pt x="482473" y="0"/>
                  </a:lnTo>
                  <a:lnTo>
                    <a:pt x="578866" y="1062228"/>
                  </a:lnTo>
                  <a:lnTo>
                    <a:pt x="916558" y="96520"/>
                  </a:lnTo>
                  <a:lnTo>
                    <a:pt x="1109599" y="1013841"/>
                  </a:lnTo>
                  <a:lnTo>
                    <a:pt x="1399031" y="627634"/>
                  </a:lnTo>
                  <a:lnTo>
                    <a:pt x="1254252" y="1207008"/>
                  </a:lnTo>
                  <a:lnTo>
                    <a:pt x="96520" y="120700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 descr=""/>
            <p:cNvSpPr/>
            <p:nvPr/>
          </p:nvSpPr>
          <p:spPr>
            <a:xfrm>
              <a:off x="7179563" y="3820667"/>
              <a:ext cx="1158240" cy="772795"/>
            </a:xfrm>
            <a:custGeom>
              <a:avLst/>
              <a:gdLst/>
              <a:ahLst/>
              <a:cxnLst/>
              <a:rect l="l" t="t" r="r" b="b"/>
              <a:pathLst>
                <a:path w="1158240" h="772795">
                  <a:moveTo>
                    <a:pt x="772159" y="0"/>
                  </a:moveTo>
                  <a:lnTo>
                    <a:pt x="434339" y="724407"/>
                  </a:lnTo>
                  <a:lnTo>
                    <a:pt x="337819" y="48259"/>
                  </a:lnTo>
                  <a:lnTo>
                    <a:pt x="241300" y="724407"/>
                  </a:lnTo>
                  <a:lnTo>
                    <a:pt x="0" y="434593"/>
                  </a:lnTo>
                  <a:lnTo>
                    <a:pt x="48259" y="724407"/>
                  </a:lnTo>
                  <a:lnTo>
                    <a:pt x="1061719" y="772667"/>
                  </a:lnTo>
                  <a:lnTo>
                    <a:pt x="1158239" y="482853"/>
                  </a:lnTo>
                  <a:lnTo>
                    <a:pt x="868679" y="724407"/>
                  </a:lnTo>
                  <a:lnTo>
                    <a:pt x="772159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 descr=""/>
            <p:cNvSpPr/>
            <p:nvPr/>
          </p:nvSpPr>
          <p:spPr>
            <a:xfrm>
              <a:off x="7179563" y="3820667"/>
              <a:ext cx="1158240" cy="772795"/>
            </a:xfrm>
            <a:custGeom>
              <a:avLst/>
              <a:gdLst/>
              <a:ahLst/>
              <a:cxnLst/>
              <a:rect l="l" t="t" r="r" b="b"/>
              <a:pathLst>
                <a:path w="1158240" h="772795">
                  <a:moveTo>
                    <a:pt x="48259" y="724407"/>
                  </a:moveTo>
                  <a:lnTo>
                    <a:pt x="0" y="434593"/>
                  </a:lnTo>
                  <a:lnTo>
                    <a:pt x="241300" y="724407"/>
                  </a:lnTo>
                  <a:lnTo>
                    <a:pt x="337819" y="48259"/>
                  </a:lnTo>
                  <a:lnTo>
                    <a:pt x="434339" y="724407"/>
                  </a:lnTo>
                  <a:lnTo>
                    <a:pt x="772159" y="0"/>
                  </a:lnTo>
                  <a:lnTo>
                    <a:pt x="868679" y="724407"/>
                  </a:lnTo>
                  <a:lnTo>
                    <a:pt x="1158239" y="482853"/>
                  </a:lnTo>
                  <a:lnTo>
                    <a:pt x="1061719" y="772667"/>
                  </a:lnTo>
                  <a:lnTo>
                    <a:pt x="48259" y="724407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 descr=""/>
            <p:cNvSpPr/>
            <p:nvPr/>
          </p:nvSpPr>
          <p:spPr>
            <a:xfrm>
              <a:off x="6441947" y="2572511"/>
              <a:ext cx="1786255" cy="2026920"/>
            </a:xfrm>
            <a:custGeom>
              <a:avLst/>
              <a:gdLst/>
              <a:ahLst/>
              <a:cxnLst/>
              <a:rect l="l" t="t" r="r" b="b"/>
              <a:pathLst>
                <a:path w="1786254" h="2026920">
                  <a:moveTo>
                    <a:pt x="1110233" y="0"/>
                  </a:moveTo>
                  <a:lnTo>
                    <a:pt x="868933" y="1254760"/>
                  </a:lnTo>
                  <a:lnTo>
                    <a:pt x="627506" y="530860"/>
                  </a:lnTo>
                  <a:lnTo>
                    <a:pt x="434467" y="1785620"/>
                  </a:lnTo>
                  <a:lnTo>
                    <a:pt x="0" y="916939"/>
                  </a:lnTo>
                  <a:lnTo>
                    <a:pt x="241426" y="2026920"/>
                  </a:lnTo>
                  <a:lnTo>
                    <a:pt x="1544701" y="2026920"/>
                  </a:lnTo>
                  <a:lnTo>
                    <a:pt x="1786127" y="916939"/>
                  </a:lnTo>
                  <a:lnTo>
                    <a:pt x="1303401" y="1496060"/>
                  </a:lnTo>
                  <a:lnTo>
                    <a:pt x="1110233" y="0"/>
                  </a:lnTo>
                  <a:close/>
                </a:path>
              </a:pathLst>
            </a:custGeom>
            <a:solidFill>
              <a:srgbClr val="44536A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 descr=""/>
            <p:cNvSpPr/>
            <p:nvPr/>
          </p:nvSpPr>
          <p:spPr>
            <a:xfrm>
              <a:off x="6441947" y="2572511"/>
              <a:ext cx="1786255" cy="2026920"/>
            </a:xfrm>
            <a:custGeom>
              <a:avLst/>
              <a:gdLst/>
              <a:ahLst/>
              <a:cxnLst/>
              <a:rect l="l" t="t" r="r" b="b"/>
              <a:pathLst>
                <a:path w="1786254" h="2026920">
                  <a:moveTo>
                    <a:pt x="1544701" y="2026920"/>
                  </a:moveTo>
                  <a:lnTo>
                    <a:pt x="1786127" y="916939"/>
                  </a:lnTo>
                  <a:lnTo>
                    <a:pt x="1303401" y="1496060"/>
                  </a:lnTo>
                  <a:lnTo>
                    <a:pt x="1110233" y="0"/>
                  </a:lnTo>
                  <a:lnTo>
                    <a:pt x="868933" y="1254760"/>
                  </a:lnTo>
                  <a:lnTo>
                    <a:pt x="627506" y="530860"/>
                  </a:lnTo>
                  <a:lnTo>
                    <a:pt x="434467" y="1785620"/>
                  </a:lnTo>
                  <a:lnTo>
                    <a:pt x="0" y="916939"/>
                  </a:lnTo>
                  <a:lnTo>
                    <a:pt x="241426" y="2026920"/>
                  </a:lnTo>
                  <a:lnTo>
                    <a:pt x="1544701" y="2026920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 descr=""/>
            <p:cNvSpPr/>
            <p:nvPr/>
          </p:nvSpPr>
          <p:spPr>
            <a:xfrm>
              <a:off x="6635495" y="3392423"/>
              <a:ext cx="1399540" cy="1207135"/>
            </a:xfrm>
            <a:custGeom>
              <a:avLst/>
              <a:gdLst/>
              <a:ahLst/>
              <a:cxnLst/>
              <a:rect l="l" t="t" r="r" b="b"/>
              <a:pathLst>
                <a:path w="1399540" h="1207135">
                  <a:moveTo>
                    <a:pt x="916558" y="0"/>
                  </a:moveTo>
                  <a:lnTo>
                    <a:pt x="820165" y="1062227"/>
                  </a:lnTo>
                  <a:lnTo>
                    <a:pt x="482473" y="96520"/>
                  </a:lnTo>
                  <a:lnTo>
                    <a:pt x="289432" y="1013840"/>
                  </a:lnTo>
                  <a:lnTo>
                    <a:pt x="0" y="627633"/>
                  </a:lnTo>
                  <a:lnTo>
                    <a:pt x="144779" y="1207008"/>
                  </a:lnTo>
                  <a:lnTo>
                    <a:pt x="1302511" y="1207008"/>
                  </a:lnTo>
                  <a:lnTo>
                    <a:pt x="1399031" y="482853"/>
                  </a:lnTo>
                  <a:lnTo>
                    <a:pt x="1109599" y="1062227"/>
                  </a:lnTo>
                  <a:lnTo>
                    <a:pt x="916558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 descr=""/>
            <p:cNvSpPr/>
            <p:nvPr/>
          </p:nvSpPr>
          <p:spPr>
            <a:xfrm>
              <a:off x="6635495" y="3392423"/>
              <a:ext cx="1399540" cy="1207135"/>
            </a:xfrm>
            <a:custGeom>
              <a:avLst/>
              <a:gdLst/>
              <a:ahLst/>
              <a:cxnLst/>
              <a:rect l="l" t="t" r="r" b="b"/>
              <a:pathLst>
                <a:path w="1399540" h="1207135">
                  <a:moveTo>
                    <a:pt x="1302511" y="1207008"/>
                  </a:moveTo>
                  <a:lnTo>
                    <a:pt x="1399031" y="482853"/>
                  </a:lnTo>
                  <a:lnTo>
                    <a:pt x="1109599" y="1062227"/>
                  </a:lnTo>
                  <a:lnTo>
                    <a:pt x="916558" y="0"/>
                  </a:lnTo>
                  <a:lnTo>
                    <a:pt x="820165" y="1062227"/>
                  </a:lnTo>
                  <a:lnTo>
                    <a:pt x="482473" y="96520"/>
                  </a:lnTo>
                  <a:lnTo>
                    <a:pt x="289432" y="1013840"/>
                  </a:lnTo>
                  <a:lnTo>
                    <a:pt x="0" y="627633"/>
                  </a:lnTo>
                  <a:lnTo>
                    <a:pt x="144779" y="1207008"/>
                  </a:lnTo>
                  <a:lnTo>
                    <a:pt x="1302511" y="1207008"/>
                  </a:lnTo>
                  <a:close/>
                </a:path>
              </a:pathLst>
            </a:custGeom>
            <a:ln w="121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 descr=""/>
            <p:cNvSpPr/>
            <p:nvPr/>
          </p:nvSpPr>
          <p:spPr>
            <a:xfrm>
              <a:off x="6780275" y="3826763"/>
              <a:ext cx="1158240" cy="772795"/>
            </a:xfrm>
            <a:custGeom>
              <a:avLst/>
              <a:gdLst/>
              <a:ahLst/>
              <a:cxnLst/>
              <a:rect l="l" t="t" r="r" b="b"/>
              <a:pathLst>
                <a:path w="1158240" h="772795">
                  <a:moveTo>
                    <a:pt x="386079" y="0"/>
                  </a:moveTo>
                  <a:lnTo>
                    <a:pt x="289559" y="724408"/>
                  </a:lnTo>
                  <a:lnTo>
                    <a:pt x="0" y="482854"/>
                  </a:lnTo>
                  <a:lnTo>
                    <a:pt x="96520" y="772668"/>
                  </a:lnTo>
                  <a:lnTo>
                    <a:pt x="1109979" y="724408"/>
                  </a:lnTo>
                  <a:lnTo>
                    <a:pt x="1158240" y="434594"/>
                  </a:lnTo>
                  <a:lnTo>
                    <a:pt x="916940" y="724408"/>
                  </a:lnTo>
                  <a:lnTo>
                    <a:pt x="820420" y="48260"/>
                  </a:lnTo>
                  <a:lnTo>
                    <a:pt x="723900" y="724408"/>
                  </a:lnTo>
                  <a:lnTo>
                    <a:pt x="386079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 descr=""/>
            <p:cNvSpPr/>
            <p:nvPr/>
          </p:nvSpPr>
          <p:spPr>
            <a:xfrm>
              <a:off x="6780275" y="3826763"/>
              <a:ext cx="1158240" cy="772795"/>
            </a:xfrm>
            <a:custGeom>
              <a:avLst/>
              <a:gdLst/>
              <a:ahLst/>
              <a:cxnLst/>
              <a:rect l="l" t="t" r="r" b="b"/>
              <a:pathLst>
                <a:path w="1158240" h="772795">
                  <a:moveTo>
                    <a:pt x="1109979" y="724408"/>
                  </a:moveTo>
                  <a:lnTo>
                    <a:pt x="1158240" y="434594"/>
                  </a:lnTo>
                  <a:lnTo>
                    <a:pt x="916940" y="724408"/>
                  </a:lnTo>
                  <a:lnTo>
                    <a:pt x="820420" y="48260"/>
                  </a:lnTo>
                  <a:lnTo>
                    <a:pt x="723900" y="724408"/>
                  </a:lnTo>
                  <a:lnTo>
                    <a:pt x="386079" y="0"/>
                  </a:lnTo>
                  <a:lnTo>
                    <a:pt x="289559" y="724408"/>
                  </a:lnTo>
                  <a:lnTo>
                    <a:pt x="0" y="482854"/>
                  </a:lnTo>
                  <a:lnTo>
                    <a:pt x="96520" y="772668"/>
                  </a:lnTo>
                  <a:lnTo>
                    <a:pt x="1109979" y="724408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10994" y="475233"/>
            <a:ext cx="3923029" cy="60515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30"/>
              <a:t>Error</a:t>
            </a:r>
            <a:r>
              <a:rPr dirty="0" spc="-114"/>
              <a:t> </a:t>
            </a:r>
            <a:r>
              <a:rPr dirty="0"/>
              <a:t>-</a:t>
            </a:r>
            <a:r>
              <a:rPr dirty="0" spc="-75"/>
              <a:t> </a:t>
            </a:r>
            <a:r>
              <a:rPr dirty="0" spc="-65"/>
              <a:t>Fault</a:t>
            </a:r>
            <a:r>
              <a:rPr dirty="0" spc="-114"/>
              <a:t> </a:t>
            </a:r>
            <a:r>
              <a:rPr dirty="0"/>
              <a:t>-</a:t>
            </a:r>
            <a:r>
              <a:rPr dirty="0" spc="-75"/>
              <a:t> </a:t>
            </a:r>
            <a:r>
              <a:rPr dirty="0" spc="-45"/>
              <a:t>Failure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306324" y="1610867"/>
            <a:ext cx="5911850" cy="3648075"/>
            <a:chOff x="306324" y="1610867"/>
            <a:chExt cx="5911850" cy="3648075"/>
          </a:xfrm>
        </p:grpSpPr>
        <p:sp>
          <p:nvSpPr>
            <p:cNvPr id="4" name="object 4" descr=""/>
            <p:cNvSpPr/>
            <p:nvPr/>
          </p:nvSpPr>
          <p:spPr>
            <a:xfrm>
              <a:off x="1597152" y="4456937"/>
              <a:ext cx="3430904" cy="802005"/>
            </a:xfrm>
            <a:custGeom>
              <a:avLst/>
              <a:gdLst/>
              <a:ahLst/>
              <a:cxnLst/>
              <a:rect l="l" t="t" r="r" b="b"/>
              <a:pathLst>
                <a:path w="3430904" h="802004">
                  <a:moveTo>
                    <a:pt x="57912" y="521208"/>
                  </a:moveTo>
                  <a:lnTo>
                    <a:pt x="28943" y="521208"/>
                  </a:lnTo>
                  <a:lnTo>
                    <a:pt x="28943" y="550164"/>
                  </a:lnTo>
                  <a:lnTo>
                    <a:pt x="57912" y="550164"/>
                  </a:lnTo>
                  <a:lnTo>
                    <a:pt x="57912" y="521208"/>
                  </a:lnTo>
                  <a:close/>
                </a:path>
                <a:path w="3430904" h="802004">
                  <a:moveTo>
                    <a:pt x="57912" y="463296"/>
                  </a:moveTo>
                  <a:lnTo>
                    <a:pt x="28943" y="463296"/>
                  </a:lnTo>
                  <a:lnTo>
                    <a:pt x="28943" y="492252"/>
                  </a:lnTo>
                  <a:lnTo>
                    <a:pt x="57912" y="492252"/>
                  </a:lnTo>
                  <a:lnTo>
                    <a:pt x="57912" y="463296"/>
                  </a:lnTo>
                  <a:close/>
                </a:path>
                <a:path w="3430904" h="802004">
                  <a:moveTo>
                    <a:pt x="57912" y="405384"/>
                  </a:moveTo>
                  <a:lnTo>
                    <a:pt x="28943" y="405384"/>
                  </a:lnTo>
                  <a:lnTo>
                    <a:pt x="28943" y="434340"/>
                  </a:lnTo>
                  <a:lnTo>
                    <a:pt x="57912" y="434340"/>
                  </a:lnTo>
                  <a:lnTo>
                    <a:pt x="57912" y="405384"/>
                  </a:lnTo>
                  <a:close/>
                </a:path>
                <a:path w="3430904" h="802004">
                  <a:moveTo>
                    <a:pt x="57912" y="347472"/>
                  </a:moveTo>
                  <a:lnTo>
                    <a:pt x="28943" y="347472"/>
                  </a:lnTo>
                  <a:lnTo>
                    <a:pt x="28943" y="376428"/>
                  </a:lnTo>
                  <a:lnTo>
                    <a:pt x="57912" y="376428"/>
                  </a:lnTo>
                  <a:lnTo>
                    <a:pt x="57912" y="347472"/>
                  </a:lnTo>
                  <a:close/>
                </a:path>
                <a:path w="3430904" h="802004">
                  <a:moveTo>
                    <a:pt x="57912" y="289560"/>
                  </a:moveTo>
                  <a:lnTo>
                    <a:pt x="28943" y="289560"/>
                  </a:lnTo>
                  <a:lnTo>
                    <a:pt x="28943" y="318516"/>
                  </a:lnTo>
                  <a:lnTo>
                    <a:pt x="57912" y="318516"/>
                  </a:lnTo>
                  <a:lnTo>
                    <a:pt x="57912" y="289560"/>
                  </a:lnTo>
                  <a:close/>
                </a:path>
                <a:path w="3430904" h="802004">
                  <a:moveTo>
                    <a:pt x="57912" y="231648"/>
                  </a:moveTo>
                  <a:lnTo>
                    <a:pt x="28943" y="231648"/>
                  </a:lnTo>
                  <a:lnTo>
                    <a:pt x="28943" y="260604"/>
                  </a:lnTo>
                  <a:lnTo>
                    <a:pt x="57912" y="260604"/>
                  </a:lnTo>
                  <a:lnTo>
                    <a:pt x="57912" y="231648"/>
                  </a:lnTo>
                  <a:close/>
                </a:path>
                <a:path w="3430904" h="802004">
                  <a:moveTo>
                    <a:pt x="57912" y="173736"/>
                  </a:moveTo>
                  <a:lnTo>
                    <a:pt x="28943" y="173736"/>
                  </a:lnTo>
                  <a:lnTo>
                    <a:pt x="28943" y="202692"/>
                  </a:lnTo>
                  <a:lnTo>
                    <a:pt x="57912" y="202692"/>
                  </a:lnTo>
                  <a:lnTo>
                    <a:pt x="57912" y="173736"/>
                  </a:lnTo>
                  <a:close/>
                </a:path>
                <a:path w="3430904" h="802004">
                  <a:moveTo>
                    <a:pt x="57912" y="115824"/>
                  </a:moveTo>
                  <a:lnTo>
                    <a:pt x="28943" y="115824"/>
                  </a:lnTo>
                  <a:lnTo>
                    <a:pt x="28943" y="144780"/>
                  </a:lnTo>
                  <a:lnTo>
                    <a:pt x="57912" y="144780"/>
                  </a:lnTo>
                  <a:lnTo>
                    <a:pt x="57912" y="115824"/>
                  </a:lnTo>
                  <a:close/>
                </a:path>
                <a:path w="3430904" h="802004">
                  <a:moveTo>
                    <a:pt x="57912" y="57912"/>
                  </a:moveTo>
                  <a:lnTo>
                    <a:pt x="28943" y="57912"/>
                  </a:lnTo>
                  <a:lnTo>
                    <a:pt x="28943" y="86868"/>
                  </a:lnTo>
                  <a:lnTo>
                    <a:pt x="57912" y="86868"/>
                  </a:lnTo>
                  <a:lnTo>
                    <a:pt x="57912" y="57912"/>
                  </a:lnTo>
                  <a:close/>
                </a:path>
                <a:path w="3430904" h="802004">
                  <a:moveTo>
                    <a:pt x="57912" y="0"/>
                  </a:moveTo>
                  <a:lnTo>
                    <a:pt x="28943" y="0"/>
                  </a:lnTo>
                  <a:lnTo>
                    <a:pt x="28943" y="28956"/>
                  </a:lnTo>
                  <a:lnTo>
                    <a:pt x="57912" y="28956"/>
                  </a:lnTo>
                  <a:lnTo>
                    <a:pt x="57912" y="0"/>
                  </a:lnTo>
                  <a:close/>
                </a:path>
                <a:path w="3430904" h="802004">
                  <a:moveTo>
                    <a:pt x="86868" y="588264"/>
                  </a:moveTo>
                  <a:lnTo>
                    <a:pt x="57912" y="588264"/>
                  </a:lnTo>
                  <a:lnTo>
                    <a:pt x="57912" y="579120"/>
                  </a:lnTo>
                  <a:lnTo>
                    <a:pt x="28943" y="579120"/>
                  </a:lnTo>
                  <a:lnTo>
                    <a:pt x="28943" y="588264"/>
                  </a:lnTo>
                  <a:lnTo>
                    <a:pt x="0" y="588264"/>
                  </a:lnTo>
                  <a:lnTo>
                    <a:pt x="43434" y="675132"/>
                  </a:lnTo>
                  <a:lnTo>
                    <a:pt x="79629" y="602742"/>
                  </a:lnTo>
                  <a:lnTo>
                    <a:pt x="86868" y="588264"/>
                  </a:lnTo>
                  <a:close/>
                </a:path>
                <a:path w="3430904" h="802004">
                  <a:moveTo>
                    <a:pt x="1121664" y="534924"/>
                  </a:moveTo>
                  <a:lnTo>
                    <a:pt x="1092708" y="534924"/>
                  </a:lnTo>
                  <a:lnTo>
                    <a:pt x="1092708" y="563880"/>
                  </a:lnTo>
                  <a:lnTo>
                    <a:pt x="1121664" y="563880"/>
                  </a:lnTo>
                  <a:lnTo>
                    <a:pt x="1121664" y="534924"/>
                  </a:lnTo>
                  <a:close/>
                </a:path>
                <a:path w="3430904" h="802004">
                  <a:moveTo>
                    <a:pt x="1121664" y="477012"/>
                  </a:moveTo>
                  <a:lnTo>
                    <a:pt x="1092708" y="477012"/>
                  </a:lnTo>
                  <a:lnTo>
                    <a:pt x="1092708" y="505968"/>
                  </a:lnTo>
                  <a:lnTo>
                    <a:pt x="1121664" y="505968"/>
                  </a:lnTo>
                  <a:lnTo>
                    <a:pt x="1121664" y="477012"/>
                  </a:lnTo>
                  <a:close/>
                </a:path>
                <a:path w="3430904" h="802004">
                  <a:moveTo>
                    <a:pt x="1121664" y="419100"/>
                  </a:moveTo>
                  <a:lnTo>
                    <a:pt x="1092708" y="419100"/>
                  </a:lnTo>
                  <a:lnTo>
                    <a:pt x="1092708" y="448056"/>
                  </a:lnTo>
                  <a:lnTo>
                    <a:pt x="1121664" y="448056"/>
                  </a:lnTo>
                  <a:lnTo>
                    <a:pt x="1121664" y="419100"/>
                  </a:lnTo>
                  <a:close/>
                </a:path>
                <a:path w="3430904" h="802004">
                  <a:moveTo>
                    <a:pt x="1121664" y="361188"/>
                  </a:moveTo>
                  <a:lnTo>
                    <a:pt x="1092708" y="361188"/>
                  </a:lnTo>
                  <a:lnTo>
                    <a:pt x="1092708" y="390144"/>
                  </a:lnTo>
                  <a:lnTo>
                    <a:pt x="1121664" y="390144"/>
                  </a:lnTo>
                  <a:lnTo>
                    <a:pt x="1121664" y="361188"/>
                  </a:lnTo>
                  <a:close/>
                </a:path>
                <a:path w="3430904" h="802004">
                  <a:moveTo>
                    <a:pt x="1121664" y="303276"/>
                  </a:moveTo>
                  <a:lnTo>
                    <a:pt x="1092708" y="303276"/>
                  </a:lnTo>
                  <a:lnTo>
                    <a:pt x="1092708" y="332232"/>
                  </a:lnTo>
                  <a:lnTo>
                    <a:pt x="1121664" y="332232"/>
                  </a:lnTo>
                  <a:lnTo>
                    <a:pt x="1121664" y="303276"/>
                  </a:lnTo>
                  <a:close/>
                </a:path>
                <a:path w="3430904" h="802004">
                  <a:moveTo>
                    <a:pt x="1121664" y="245364"/>
                  </a:moveTo>
                  <a:lnTo>
                    <a:pt x="1092708" y="245364"/>
                  </a:lnTo>
                  <a:lnTo>
                    <a:pt x="1092708" y="274320"/>
                  </a:lnTo>
                  <a:lnTo>
                    <a:pt x="1121664" y="274320"/>
                  </a:lnTo>
                  <a:lnTo>
                    <a:pt x="1121664" y="245364"/>
                  </a:lnTo>
                  <a:close/>
                </a:path>
                <a:path w="3430904" h="802004">
                  <a:moveTo>
                    <a:pt x="1121664" y="187452"/>
                  </a:moveTo>
                  <a:lnTo>
                    <a:pt x="1092708" y="187452"/>
                  </a:lnTo>
                  <a:lnTo>
                    <a:pt x="1092708" y="216408"/>
                  </a:lnTo>
                  <a:lnTo>
                    <a:pt x="1121664" y="216408"/>
                  </a:lnTo>
                  <a:lnTo>
                    <a:pt x="1121664" y="187452"/>
                  </a:lnTo>
                  <a:close/>
                </a:path>
                <a:path w="3430904" h="802004">
                  <a:moveTo>
                    <a:pt x="1121664" y="129540"/>
                  </a:moveTo>
                  <a:lnTo>
                    <a:pt x="1092708" y="129540"/>
                  </a:lnTo>
                  <a:lnTo>
                    <a:pt x="1092708" y="158496"/>
                  </a:lnTo>
                  <a:lnTo>
                    <a:pt x="1121664" y="158496"/>
                  </a:lnTo>
                  <a:lnTo>
                    <a:pt x="1121664" y="129540"/>
                  </a:lnTo>
                  <a:close/>
                </a:path>
                <a:path w="3430904" h="802004">
                  <a:moveTo>
                    <a:pt x="1121664" y="71628"/>
                  </a:moveTo>
                  <a:lnTo>
                    <a:pt x="1092708" y="71628"/>
                  </a:lnTo>
                  <a:lnTo>
                    <a:pt x="1092708" y="100584"/>
                  </a:lnTo>
                  <a:lnTo>
                    <a:pt x="1121664" y="100584"/>
                  </a:lnTo>
                  <a:lnTo>
                    <a:pt x="1121664" y="71628"/>
                  </a:lnTo>
                  <a:close/>
                </a:path>
                <a:path w="3430904" h="802004">
                  <a:moveTo>
                    <a:pt x="1150620" y="615696"/>
                  </a:moveTo>
                  <a:lnTo>
                    <a:pt x="1121664" y="615696"/>
                  </a:lnTo>
                  <a:lnTo>
                    <a:pt x="1121664" y="592836"/>
                  </a:lnTo>
                  <a:lnTo>
                    <a:pt x="1092708" y="592836"/>
                  </a:lnTo>
                  <a:lnTo>
                    <a:pt x="1092708" y="615696"/>
                  </a:lnTo>
                  <a:lnTo>
                    <a:pt x="1063752" y="615696"/>
                  </a:lnTo>
                  <a:lnTo>
                    <a:pt x="1107186" y="702564"/>
                  </a:lnTo>
                  <a:lnTo>
                    <a:pt x="1147572" y="621792"/>
                  </a:lnTo>
                  <a:lnTo>
                    <a:pt x="1150620" y="615696"/>
                  </a:lnTo>
                  <a:close/>
                </a:path>
                <a:path w="3430904" h="802004">
                  <a:moveTo>
                    <a:pt x="3401568" y="665988"/>
                  </a:moveTo>
                  <a:lnTo>
                    <a:pt x="3372612" y="665988"/>
                  </a:lnTo>
                  <a:lnTo>
                    <a:pt x="3372612" y="694944"/>
                  </a:lnTo>
                  <a:lnTo>
                    <a:pt x="3401568" y="694944"/>
                  </a:lnTo>
                  <a:lnTo>
                    <a:pt x="3401568" y="665988"/>
                  </a:lnTo>
                  <a:close/>
                </a:path>
                <a:path w="3430904" h="802004">
                  <a:moveTo>
                    <a:pt x="3401568" y="608076"/>
                  </a:moveTo>
                  <a:lnTo>
                    <a:pt x="3372612" y="608076"/>
                  </a:lnTo>
                  <a:lnTo>
                    <a:pt x="3372612" y="637032"/>
                  </a:lnTo>
                  <a:lnTo>
                    <a:pt x="3401568" y="637032"/>
                  </a:lnTo>
                  <a:lnTo>
                    <a:pt x="3401568" y="608076"/>
                  </a:lnTo>
                  <a:close/>
                </a:path>
                <a:path w="3430904" h="802004">
                  <a:moveTo>
                    <a:pt x="3401568" y="550164"/>
                  </a:moveTo>
                  <a:lnTo>
                    <a:pt x="3372612" y="550164"/>
                  </a:lnTo>
                  <a:lnTo>
                    <a:pt x="3372612" y="579120"/>
                  </a:lnTo>
                  <a:lnTo>
                    <a:pt x="3401568" y="579120"/>
                  </a:lnTo>
                  <a:lnTo>
                    <a:pt x="3401568" y="550164"/>
                  </a:lnTo>
                  <a:close/>
                </a:path>
                <a:path w="3430904" h="802004">
                  <a:moveTo>
                    <a:pt x="3401568" y="492252"/>
                  </a:moveTo>
                  <a:lnTo>
                    <a:pt x="3372612" y="492252"/>
                  </a:lnTo>
                  <a:lnTo>
                    <a:pt x="3372612" y="521208"/>
                  </a:lnTo>
                  <a:lnTo>
                    <a:pt x="3401568" y="521208"/>
                  </a:lnTo>
                  <a:lnTo>
                    <a:pt x="3401568" y="492252"/>
                  </a:lnTo>
                  <a:close/>
                </a:path>
                <a:path w="3430904" h="802004">
                  <a:moveTo>
                    <a:pt x="3401568" y="434340"/>
                  </a:moveTo>
                  <a:lnTo>
                    <a:pt x="3372612" y="434340"/>
                  </a:lnTo>
                  <a:lnTo>
                    <a:pt x="3372612" y="463296"/>
                  </a:lnTo>
                  <a:lnTo>
                    <a:pt x="3401568" y="463296"/>
                  </a:lnTo>
                  <a:lnTo>
                    <a:pt x="3401568" y="434340"/>
                  </a:lnTo>
                  <a:close/>
                </a:path>
                <a:path w="3430904" h="802004">
                  <a:moveTo>
                    <a:pt x="3401568" y="376428"/>
                  </a:moveTo>
                  <a:lnTo>
                    <a:pt x="3372612" y="376428"/>
                  </a:lnTo>
                  <a:lnTo>
                    <a:pt x="3372612" y="405384"/>
                  </a:lnTo>
                  <a:lnTo>
                    <a:pt x="3401568" y="405384"/>
                  </a:lnTo>
                  <a:lnTo>
                    <a:pt x="3401568" y="376428"/>
                  </a:lnTo>
                  <a:close/>
                </a:path>
                <a:path w="3430904" h="802004">
                  <a:moveTo>
                    <a:pt x="3401568" y="318516"/>
                  </a:moveTo>
                  <a:lnTo>
                    <a:pt x="3372612" y="318516"/>
                  </a:lnTo>
                  <a:lnTo>
                    <a:pt x="3372612" y="347472"/>
                  </a:lnTo>
                  <a:lnTo>
                    <a:pt x="3401568" y="347472"/>
                  </a:lnTo>
                  <a:lnTo>
                    <a:pt x="3401568" y="318516"/>
                  </a:lnTo>
                  <a:close/>
                </a:path>
                <a:path w="3430904" h="802004">
                  <a:moveTo>
                    <a:pt x="3401568" y="260604"/>
                  </a:moveTo>
                  <a:lnTo>
                    <a:pt x="3372612" y="260604"/>
                  </a:lnTo>
                  <a:lnTo>
                    <a:pt x="3372612" y="289560"/>
                  </a:lnTo>
                  <a:lnTo>
                    <a:pt x="3401568" y="289560"/>
                  </a:lnTo>
                  <a:lnTo>
                    <a:pt x="3401568" y="260604"/>
                  </a:lnTo>
                  <a:close/>
                </a:path>
                <a:path w="3430904" h="802004">
                  <a:moveTo>
                    <a:pt x="3401568" y="202692"/>
                  </a:moveTo>
                  <a:lnTo>
                    <a:pt x="3372612" y="202692"/>
                  </a:lnTo>
                  <a:lnTo>
                    <a:pt x="3372612" y="231648"/>
                  </a:lnTo>
                  <a:lnTo>
                    <a:pt x="3401568" y="231648"/>
                  </a:lnTo>
                  <a:lnTo>
                    <a:pt x="3401568" y="202692"/>
                  </a:lnTo>
                  <a:close/>
                </a:path>
                <a:path w="3430904" h="802004">
                  <a:moveTo>
                    <a:pt x="3401568" y="144780"/>
                  </a:moveTo>
                  <a:lnTo>
                    <a:pt x="3372612" y="144780"/>
                  </a:lnTo>
                  <a:lnTo>
                    <a:pt x="3372612" y="173736"/>
                  </a:lnTo>
                  <a:lnTo>
                    <a:pt x="3401568" y="173736"/>
                  </a:lnTo>
                  <a:lnTo>
                    <a:pt x="3401568" y="144780"/>
                  </a:lnTo>
                  <a:close/>
                </a:path>
                <a:path w="3430904" h="802004">
                  <a:moveTo>
                    <a:pt x="3401568" y="86868"/>
                  </a:moveTo>
                  <a:lnTo>
                    <a:pt x="3372612" y="86868"/>
                  </a:lnTo>
                  <a:lnTo>
                    <a:pt x="3372612" y="115824"/>
                  </a:lnTo>
                  <a:lnTo>
                    <a:pt x="3401568" y="115824"/>
                  </a:lnTo>
                  <a:lnTo>
                    <a:pt x="3401568" y="86868"/>
                  </a:lnTo>
                  <a:close/>
                </a:path>
                <a:path w="3430904" h="802004">
                  <a:moveTo>
                    <a:pt x="3430524" y="714756"/>
                  </a:moveTo>
                  <a:lnTo>
                    <a:pt x="3343656" y="714756"/>
                  </a:lnTo>
                  <a:lnTo>
                    <a:pt x="3387090" y="801624"/>
                  </a:lnTo>
                  <a:lnTo>
                    <a:pt x="3423285" y="729234"/>
                  </a:lnTo>
                  <a:lnTo>
                    <a:pt x="3425952" y="723900"/>
                  </a:lnTo>
                  <a:lnTo>
                    <a:pt x="3430524" y="7147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325374" y="1629917"/>
              <a:ext cx="5873750" cy="448309"/>
            </a:xfrm>
            <a:custGeom>
              <a:avLst/>
              <a:gdLst/>
              <a:ahLst/>
              <a:cxnLst/>
              <a:rect l="l" t="t" r="r" b="b"/>
              <a:pathLst>
                <a:path w="5873750" h="448310">
                  <a:moveTo>
                    <a:pt x="5873496" y="0"/>
                  </a:moveTo>
                  <a:lnTo>
                    <a:pt x="0" y="0"/>
                  </a:lnTo>
                  <a:lnTo>
                    <a:pt x="0" y="448055"/>
                  </a:lnTo>
                  <a:lnTo>
                    <a:pt x="5873496" y="448055"/>
                  </a:lnTo>
                  <a:lnTo>
                    <a:pt x="5873496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325374" y="1629917"/>
              <a:ext cx="5873750" cy="448309"/>
            </a:xfrm>
            <a:custGeom>
              <a:avLst/>
              <a:gdLst/>
              <a:ahLst/>
              <a:cxnLst/>
              <a:rect l="l" t="t" r="r" b="b"/>
              <a:pathLst>
                <a:path w="5873750" h="448310">
                  <a:moveTo>
                    <a:pt x="0" y="448055"/>
                  </a:moveTo>
                  <a:lnTo>
                    <a:pt x="5873496" y="448055"/>
                  </a:lnTo>
                  <a:lnTo>
                    <a:pt x="5873496" y="0"/>
                  </a:lnTo>
                  <a:lnTo>
                    <a:pt x="0" y="0"/>
                  </a:lnTo>
                  <a:lnTo>
                    <a:pt x="0" y="448055"/>
                  </a:lnTo>
                  <a:close/>
                </a:path>
              </a:pathLst>
            </a:custGeom>
            <a:ln w="38100">
              <a:solidFill>
                <a:srgbClr val="FF0066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1369567" y="1654556"/>
            <a:ext cx="377888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FFFFFF"/>
                </a:solidFill>
                <a:latin typeface="Arial"/>
                <a:cs typeface="Arial"/>
              </a:rPr>
              <a:t>Software</a:t>
            </a:r>
            <a:r>
              <a:rPr dirty="0" sz="2000" spc="-9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b="1">
                <a:solidFill>
                  <a:srgbClr val="FFFFFF"/>
                </a:solidFill>
                <a:latin typeface="Arial"/>
                <a:cs typeface="Arial"/>
              </a:rPr>
              <a:t>development</a:t>
            </a:r>
            <a:r>
              <a:rPr dirty="0" sz="200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000" spc="-10" b="1">
                <a:solidFill>
                  <a:srgbClr val="FFFFFF"/>
                </a:solidFill>
                <a:latin typeface="Arial"/>
                <a:cs typeface="Arial"/>
              </a:rPr>
              <a:t>process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41947" y="2401823"/>
            <a:ext cx="170687" cy="188975"/>
          </a:xfrm>
          <a:prstGeom prst="rect">
            <a:avLst/>
          </a:prstGeom>
        </p:spPr>
      </p:pic>
      <p:grpSp>
        <p:nvGrpSpPr>
          <p:cNvPr id="9" name="object 9" descr=""/>
          <p:cNvGrpSpPr/>
          <p:nvPr/>
        </p:nvGrpSpPr>
        <p:grpSpPr>
          <a:xfrm>
            <a:off x="6387084" y="3182111"/>
            <a:ext cx="295910" cy="379730"/>
            <a:chOff x="6387084" y="3182111"/>
            <a:chExt cx="295910" cy="379730"/>
          </a:xfrm>
        </p:grpSpPr>
        <p:sp>
          <p:nvSpPr>
            <p:cNvPr id="10" name="object 10" descr=""/>
            <p:cNvSpPr/>
            <p:nvPr/>
          </p:nvSpPr>
          <p:spPr>
            <a:xfrm>
              <a:off x="6401562" y="3196589"/>
              <a:ext cx="266700" cy="350520"/>
            </a:xfrm>
            <a:custGeom>
              <a:avLst/>
              <a:gdLst/>
              <a:ahLst/>
              <a:cxnLst/>
              <a:rect l="l" t="t" r="r" b="b"/>
              <a:pathLst>
                <a:path w="266700" h="350520">
                  <a:moveTo>
                    <a:pt x="212852" y="150113"/>
                  </a:moveTo>
                  <a:lnTo>
                    <a:pt x="212852" y="200406"/>
                  </a:lnTo>
                  <a:lnTo>
                    <a:pt x="266699" y="175260"/>
                  </a:lnTo>
                  <a:lnTo>
                    <a:pt x="212852" y="150113"/>
                  </a:lnTo>
                  <a:close/>
                </a:path>
                <a:path w="266700" h="350520">
                  <a:moveTo>
                    <a:pt x="152527" y="279781"/>
                  </a:moveTo>
                  <a:lnTo>
                    <a:pt x="114172" y="279781"/>
                  </a:lnTo>
                  <a:lnTo>
                    <a:pt x="133349" y="350520"/>
                  </a:lnTo>
                  <a:lnTo>
                    <a:pt x="152527" y="279781"/>
                  </a:lnTo>
                  <a:close/>
                </a:path>
                <a:path w="266700" h="350520">
                  <a:moveTo>
                    <a:pt x="63626" y="231394"/>
                  </a:moveTo>
                  <a:lnTo>
                    <a:pt x="39115" y="299212"/>
                  </a:lnTo>
                  <a:lnTo>
                    <a:pt x="90677" y="266954"/>
                  </a:lnTo>
                  <a:lnTo>
                    <a:pt x="63626" y="231394"/>
                  </a:lnTo>
                  <a:close/>
                </a:path>
                <a:path w="266700" h="350520">
                  <a:moveTo>
                    <a:pt x="203072" y="231394"/>
                  </a:moveTo>
                  <a:lnTo>
                    <a:pt x="176021" y="266954"/>
                  </a:lnTo>
                  <a:lnTo>
                    <a:pt x="227584" y="299212"/>
                  </a:lnTo>
                  <a:lnTo>
                    <a:pt x="203072" y="231394"/>
                  </a:lnTo>
                  <a:close/>
                </a:path>
                <a:path w="266700" h="350520">
                  <a:moveTo>
                    <a:pt x="133349" y="87630"/>
                  </a:moveTo>
                  <a:lnTo>
                    <a:pt x="107394" y="94517"/>
                  </a:lnTo>
                  <a:lnTo>
                    <a:pt x="86201" y="113299"/>
                  </a:lnTo>
                  <a:lnTo>
                    <a:pt x="71913" y="141154"/>
                  </a:lnTo>
                  <a:lnTo>
                    <a:pt x="66675" y="175260"/>
                  </a:lnTo>
                  <a:lnTo>
                    <a:pt x="71913" y="209365"/>
                  </a:lnTo>
                  <a:lnTo>
                    <a:pt x="86201" y="237220"/>
                  </a:lnTo>
                  <a:lnTo>
                    <a:pt x="107394" y="256002"/>
                  </a:lnTo>
                  <a:lnTo>
                    <a:pt x="133349" y="262889"/>
                  </a:lnTo>
                  <a:lnTo>
                    <a:pt x="159305" y="256002"/>
                  </a:lnTo>
                  <a:lnTo>
                    <a:pt x="180498" y="237220"/>
                  </a:lnTo>
                  <a:lnTo>
                    <a:pt x="194786" y="209365"/>
                  </a:lnTo>
                  <a:lnTo>
                    <a:pt x="200024" y="175260"/>
                  </a:lnTo>
                  <a:lnTo>
                    <a:pt x="194786" y="141154"/>
                  </a:lnTo>
                  <a:lnTo>
                    <a:pt x="180498" y="113299"/>
                  </a:lnTo>
                  <a:lnTo>
                    <a:pt x="159305" y="94517"/>
                  </a:lnTo>
                  <a:lnTo>
                    <a:pt x="133349" y="87630"/>
                  </a:lnTo>
                  <a:close/>
                </a:path>
                <a:path w="266700" h="350520">
                  <a:moveTo>
                    <a:pt x="53848" y="150113"/>
                  </a:moveTo>
                  <a:lnTo>
                    <a:pt x="0" y="175260"/>
                  </a:lnTo>
                  <a:lnTo>
                    <a:pt x="53848" y="200406"/>
                  </a:lnTo>
                  <a:lnTo>
                    <a:pt x="53848" y="150113"/>
                  </a:lnTo>
                  <a:close/>
                </a:path>
                <a:path w="266700" h="350520">
                  <a:moveTo>
                    <a:pt x="39115" y="51308"/>
                  </a:moveTo>
                  <a:lnTo>
                    <a:pt x="63626" y="119125"/>
                  </a:lnTo>
                  <a:lnTo>
                    <a:pt x="90677" y="83565"/>
                  </a:lnTo>
                  <a:lnTo>
                    <a:pt x="39115" y="51308"/>
                  </a:lnTo>
                  <a:close/>
                </a:path>
                <a:path w="266700" h="350520">
                  <a:moveTo>
                    <a:pt x="227584" y="51308"/>
                  </a:moveTo>
                  <a:lnTo>
                    <a:pt x="176021" y="83565"/>
                  </a:lnTo>
                  <a:lnTo>
                    <a:pt x="203072" y="119125"/>
                  </a:lnTo>
                  <a:lnTo>
                    <a:pt x="227584" y="51308"/>
                  </a:lnTo>
                  <a:close/>
                </a:path>
                <a:path w="266700" h="350520">
                  <a:moveTo>
                    <a:pt x="133349" y="0"/>
                  </a:moveTo>
                  <a:lnTo>
                    <a:pt x="114172" y="70738"/>
                  </a:lnTo>
                  <a:lnTo>
                    <a:pt x="152527" y="70738"/>
                  </a:lnTo>
                  <a:lnTo>
                    <a:pt x="133349" y="0"/>
                  </a:lnTo>
                  <a:close/>
                </a:path>
              </a:pathLst>
            </a:custGeom>
            <a:solidFill>
              <a:srgbClr val="FF006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387084" y="3182111"/>
              <a:ext cx="295655" cy="379475"/>
            </a:xfrm>
            <a:prstGeom prst="rect">
              <a:avLst/>
            </a:prstGeom>
          </p:spPr>
        </p:pic>
      </p:grpSp>
      <p:grpSp>
        <p:nvGrpSpPr>
          <p:cNvPr id="12" name="object 12" descr=""/>
          <p:cNvGrpSpPr/>
          <p:nvPr/>
        </p:nvGrpSpPr>
        <p:grpSpPr>
          <a:xfrm>
            <a:off x="6387084" y="2734055"/>
            <a:ext cx="295910" cy="323215"/>
            <a:chOff x="6387084" y="2734055"/>
            <a:chExt cx="295910" cy="323215"/>
          </a:xfrm>
        </p:grpSpPr>
        <p:sp>
          <p:nvSpPr>
            <p:cNvPr id="13" name="object 13" descr=""/>
            <p:cNvSpPr/>
            <p:nvPr/>
          </p:nvSpPr>
          <p:spPr>
            <a:xfrm>
              <a:off x="6401562" y="2748533"/>
              <a:ext cx="266700" cy="294640"/>
            </a:xfrm>
            <a:custGeom>
              <a:avLst/>
              <a:gdLst/>
              <a:ahLst/>
              <a:cxnLst/>
              <a:rect l="l" t="t" r="r" b="b"/>
              <a:pathLst>
                <a:path w="266700" h="294639">
                  <a:moveTo>
                    <a:pt x="133349" y="0"/>
                  </a:moveTo>
                  <a:lnTo>
                    <a:pt x="91196" y="7491"/>
                  </a:lnTo>
                  <a:lnTo>
                    <a:pt x="54589" y="28358"/>
                  </a:lnTo>
                  <a:lnTo>
                    <a:pt x="25725" y="60185"/>
                  </a:lnTo>
                  <a:lnTo>
                    <a:pt x="6797" y="100559"/>
                  </a:lnTo>
                  <a:lnTo>
                    <a:pt x="0" y="147065"/>
                  </a:lnTo>
                  <a:lnTo>
                    <a:pt x="6797" y="193572"/>
                  </a:lnTo>
                  <a:lnTo>
                    <a:pt x="25725" y="233946"/>
                  </a:lnTo>
                  <a:lnTo>
                    <a:pt x="54589" y="265773"/>
                  </a:lnTo>
                  <a:lnTo>
                    <a:pt x="91196" y="286640"/>
                  </a:lnTo>
                  <a:lnTo>
                    <a:pt x="133349" y="294131"/>
                  </a:lnTo>
                  <a:lnTo>
                    <a:pt x="175503" y="286640"/>
                  </a:lnTo>
                  <a:lnTo>
                    <a:pt x="212110" y="265773"/>
                  </a:lnTo>
                  <a:lnTo>
                    <a:pt x="240974" y="233946"/>
                  </a:lnTo>
                  <a:lnTo>
                    <a:pt x="247232" y="220599"/>
                  </a:lnTo>
                  <a:lnTo>
                    <a:pt x="133349" y="220599"/>
                  </a:lnTo>
                  <a:lnTo>
                    <a:pt x="107394" y="214824"/>
                  </a:lnTo>
                  <a:lnTo>
                    <a:pt x="86201" y="199072"/>
                  </a:lnTo>
                  <a:lnTo>
                    <a:pt x="71913" y="175700"/>
                  </a:lnTo>
                  <a:lnTo>
                    <a:pt x="66675" y="147065"/>
                  </a:lnTo>
                  <a:lnTo>
                    <a:pt x="71913" y="118431"/>
                  </a:lnTo>
                  <a:lnTo>
                    <a:pt x="86201" y="95059"/>
                  </a:lnTo>
                  <a:lnTo>
                    <a:pt x="107394" y="79307"/>
                  </a:lnTo>
                  <a:lnTo>
                    <a:pt x="133349" y="73532"/>
                  </a:lnTo>
                  <a:lnTo>
                    <a:pt x="247232" y="73532"/>
                  </a:lnTo>
                  <a:lnTo>
                    <a:pt x="240974" y="60185"/>
                  </a:lnTo>
                  <a:lnTo>
                    <a:pt x="212110" y="28358"/>
                  </a:lnTo>
                  <a:lnTo>
                    <a:pt x="175503" y="7491"/>
                  </a:lnTo>
                  <a:lnTo>
                    <a:pt x="133349" y="0"/>
                  </a:lnTo>
                  <a:close/>
                </a:path>
                <a:path w="266700" h="294639">
                  <a:moveTo>
                    <a:pt x="247232" y="73532"/>
                  </a:moveTo>
                  <a:lnTo>
                    <a:pt x="133349" y="73532"/>
                  </a:lnTo>
                  <a:lnTo>
                    <a:pt x="159305" y="79307"/>
                  </a:lnTo>
                  <a:lnTo>
                    <a:pt x="180498" y="95059"/>
                  </a:lnTo>
                  <a:lnTo>
                    <a:pt x="194786" y="118431"/>
                  </a:lnTo>
                  <a:lnTo>
                    <a:pt x="200024" y="147065"/>
                  </a:lnTo>
                  <a:lnTo>
                    <a:pt x="194786" y="175700"/>
                  </a:lnTo>
                  <a:lnTo>
                    <a:pt x="180498" y="199072"/>
                  </a:lnTo>
                  <a:lnTo>
                    <a:pt x="159305" y="214824"/>
                  </a:lnTo>
                  <a:lnTo>
                    <a:pt x="133349" y="220599"/>
                  </a:lnTo>
                  <a:lnTo>
                    <a:pt x="247232" y="220599"/>
                  </a:lnTo>
                  <a:lnTo>
                    <a:pt x="259902" y="193572"/>
                  </a:lnTo>
                  <a:lnTo>
                    <a:pt x="266699" y="147065"/>
                  </a:lnTo>
                  <a:lnTo>
                    <a:pt x="259902" y="100559"/>
                  </a:lnTo>
                  <a:lnTo>
                    <a:pt x="247232" y="73532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6401562" y="2748533"/>
              <a:ext cx="266700" cy="294640"/>
            </a:xfrm>
            <a:custGeom>
              <a:avLst/>
              <a:gdLst/>
              <a:ahLst/>
              <a:cxnLst/>
              <a:rect l="l" t="t" r="r" b="b"/>
              <a:pathLst>
                <a:path w="266700" h="294639">
                  <a:moveTo>
                    <a:pt x="0" y="147065"/>
                  </a:moveTo>
                  <a:lnTo>
                    <a:pt x="6797" y="100559"/>
                  </a:lnTo>
                  <a:lnTo>
                    <a:pt x="25725" y="60185"/>
                  </a:lnTo>
                  <a:lnTo>
                    <a:pt x="54589" y="28358"/>
                  </a:lnTo>
                  <a:lnTo>
                    <a:pt x="91196" y="7491"/>
                  </a:lnTo>
                  <a:lnTo>
                    <a:pt x="133349" y="0"/>
                  </a:lnTo>
                  <a:lnTo>
                    <a:pt x="175503" y="7491"/>
                  </a:lnTo>
                  <a:lnTo>
                    <a:pt x="212110" y="28358"/>
                  </a:lnTo>
                  <a:lnTo>
                    <a:pt x="240974" y="60185"/>
                  </a:lnTo>
                  <a:lnTo>
                    <a:pt x="259902" y="100559"/>
                  </a:lnTo>
                  <a:lnTo>
                    <a:pt x="266699" y="147065"/>
                  </a:lnTo>
                  <a:lnTo>
                    <a:pt x="259902" y="193572"/>
                  </a:lnTo>
                  <a:lnTo>
                    <a:pt x="240974" y="233946"/>
                  </a:lnTo>
                  <a:lnTo>
                    <a:pt x="212110" y="265773"/>
                  </a:lnTo>
                  <a:lnTo>
                    <a:pt x="175503" y="286640"/>
                  </a:lnTo>
                  <a:lnTo>
                    <a:pt x="133349" y="294131"/>
                  </a:lnTo>
                  <a:lnTo>
                    <a:pt x="91196" y="286640"/>
                  </a:lnTo>
                  <a:lnTo>
                    <a:pt x="54589" y="265773"/>
                  </a:lnTo>
                  <a:lnTo>
                    <a:pt x="25725" y="233946"/>
                  </a:lnTo>
                  <a:lnTo>
                    <a:pt x="6797" y="193572"/>
                  </a:lnTo>
                  <a:lnTo>
                    <a:pt x="0" y="147065"/>
                  </a:lnTo>
                  <a:close/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53759" y="2807588"/>
              <a:ext cx="162305" cy="176022"/>
            </a:xfrm>
            <a:prstGeom prst="rect">
              <a:avLst/>
            </a:prstGeom>
          </p:spPr>
        </p:pic>
      </p:grpSp>
      <p:grpSp>
        <p:nvGrpSpPr>
          <p:cNvPr id="16" name="object 16" descr=""/>
          <p:cNvGrpSpPr/>
          <p:nvPr/>
        </p:nvGrpSpPr>
        <p:grpSpPr>
          <a:xfrm>
            <a:off x="416051" y="2024633"/>
            <a:ext cx="5811520" cy="3599179"/>
            <a:chOff x="416051" y="2024633"/>
            <a:chExt cx="5811520" cy="3599179"/>
          </a:xfrm>
        </p:grpSpPr>
        <p:sp>
          <p:nvSpPr>
            <p:cNvPr id="17" name="object 17" descr=""/>
            <p:cNvSpPr/>
            <p:nvPr/>
          </p:nvSpPr>
          <p:spPr>
            <a:xfrm>
              <a:off x="489965" y="2024633"/>
              <a:ext cx="5596255" cy="1257300"/>
            </a:xfrm>
            <a:custGeom>
              <a:avLst/>
              <a:gdLst/>
              <a:ahLst/>
              <a:cxnLst/>
              <a:rect l="l" t="t" r="r" b="b"/>
              <a:pathLst>
                <a:path w="5596255" h="1257300">
                  <a:moveTo>
                    <a:pt x="76200" y="38100"/>
                  </a:moveTo>
                  <a:lnTo>
                    <a:pt x="73202" y="23253"/>
                  </a:lnTo>
                  <a:lnTo>
                    <a:pt x="65036" y="11150"/>
                  </a:lnTo>
                  <a:lnTo>
                    <a:pt x="52920" y="2997"/>
                  </a:lnTo>
                  <a:lnTo>
                    <a:pt x="38100" y="0"/>
                  </a:lnTo>
                  <a:lnTo>
                    <a:pt x="23266" y="2997"/>
                  </a:lnTo>
                  <a:lnTo>
                    <a:pt x="11150" y="11150"/>
                  </a:lnTo>
                  <a:lnTo>
                    <a:pt x="2984" y="23253"/>
                  </a:lnTo>
                  <a:lnTo>
                    <a:pt x="0" y="38100"/>
                  </a:lnTo>
                  <a:lnTo>
                    <a:pt x="2984" y="52959"/>
                  </a:lnTo>
                  <a:lnTo>
                    <a:pt x="11150" y="65062"/>
                  </a:lnTo>
                  <a:lnTo>
                    <a:pt x="23266" y="73215"/>
                  </a:lnTo>
                  <a:lnTo>
                    <a:pt x="28194" y="74206"/>
                  </a:lnTo>
                  <a:lnTo>
                    <a:pt x="28194" y="1025652"/>
                  </a:lnTo>
                  <a:lnTo>
                    <a:pt x="0" y="1025652"/>
                  </a:lnTo>
                  <a:lnTo>
                    <a:pt x="38100" y="1101852"/>
                  </a:lnTo>
                  <a:lnTo>
                    <a:pt x="69850" y="1038352"/>
                  </a:lnTo>
                  <a:lnTo>
                    <a:pt x="76200" y="1025652"/>
                  </a:lnTo>
                  <a:lnTo>
                    <a:pt x="48006" y="1025652"/>
                  </a:lnTo>
                  <a:lnTo>
                    <a:pt x="48006" y="76200"/>
                  </a:lnTo>
                  <a:lnTo>
                    <a:pt x="48006" y="74206"/>
                  </a:lnTo>
                  <a:lnTo>
                    <a:pt x="52920" y="73215"/>
                  </a:lnTo>
                  <a:lnTo>
                    <a:pt x="65036" y="65062"/>
                  </a:lnTo>
                  <a:lnTo>
                    <a:pt x="73202" y="52959"/>
                  </a:lnTo>
                  <a:lnTo>
                    <a:pt x="76200" y="38100"/>
                  </a:lnTo>
                  <a:close/>
                </a:path>
                <a:path w="5596255" h="1257300">
                  <a:moveTo>
                    <a:pt x="379476" y="38100"/>
                  </a:moveTo>
                  <a:lnTo>
                    <a:pt x="376478" y="23253"/>
                  </a:lnTo>
                  <a:lnTo>
                    <a:pt x="368312" y="11150"/>
                  </a:lnTo>
                  <a:lnTo>
                    <a:pt x="356196" y="2997"/>
                  </a:lnTo>
                  <a:lnTo>
                    <a:pt x="341363" y="0"/>
                  </a:lnTo>
                  <a:lnTo>
                    <a:pt x="326542" y="2997"/>
                  </a:lnTo>
                  <a:lnTo>
                    <a:pt x="314426" y="11150"/>
                  </a:lnTo>
                  <a:lnTo>
                    <a:pt x="306260" y="23253"/>
                  </a:lnTo>
                  <a:lnTo>
                    <a:pt x="303276" y="38100"/>
                  </a:lnTo>
                  <a:lnTo>
                    <a:pt x="306260" y="52959"/>
                  </a:lnTo>
                  <a:lnTo>
                    <a:pt x="314426" y="65062"/>
                  </a:lnTo>
                  <a:lnTo>
                    <a:pt x="326542" y="73215"/>
                  </a:lnTo>
                  <a:lnTo>
                    <a:pt x="331470" y="74206"/>
                  </a:lnTo>
                  <a:lnTo>
                    <a:pt x="331470" y="1039368"/>
                  </a:lnTo>
                  <a:lnTo>
                    <a:pt x="303276" y="1039368"/>
                  </a:lnTo>
                  <a:lnTo>
                    <a:pt x="341363" y="1115568"/>
                  </a:lnTo>
                  <a:lnTo>
                    <a:pt x="373126" y="1052068"/>
                  </a:lnTo>
                  <a:lnTo>
                    <a:pt x="379476" y="1039368"/>
                  </a:lnTo>
                  <a:lnTo>
                    <a:pt x="351282" y="1039368"/>
                  </a:lnTo>
                  <a:lnTo>
                    <a:pt x="351282" y="76200"/>
                  </a:lnTo>
                  <a:lnTo>
                    <a:pt x="351282" y="74206"/>
                  </a:lnTo>
                  <a:lnTo>
                    <a:pt x="356196" y="73215"/>
                  </a:lnTo>
                  <a:lnTo>
                    <a:pt x="368312" y="65062"/>
                  </a:lnTo>
                  <a:lnTo>
                    <a:pt x="376478" y="52959"/>
                  </a:lnTo>
                  <a:lnTo>
                    <a:pt x="379476" y="38100"/>
                  </a:lnTo>
                  <a:close/>
                </a:path>
                <a:path w="5596255" h="1257300">
                  <a:moveTo>
                    <a:pt x="987552" y="38100"/>
                  </a:moveTo>
                  <a:lnTo>
                    <a:pt x="984554" y="23253"/>
                  </a:lnTo>
                  <a:lnTo>
                    <a:pt x="976401" y="11150"/>
                  </a:lnTo>
                  <a:lnTo>
                    <a:pt x="964298" y="2997"/>
                  </a:lnTo>
                  <a:lnTo>
                    <a:pt x="949452" y="0"/>
                  </a:lnTo>
                  <a:lnTo>
                    <a:pt x="934593" y="2997"/>
                  </a:lnTo>
                  <a:lnTo>
                    <a:pt x="922489" y="11150"/>
                  </a:lnTo>
                  <a:lnTo>
                    <a:pt x="914336" y="23253"/>
                  </a:lnTo>
                  <a:lnTo>
                    <a:pt x="911352" y="38100"/>
                  </a:lnTo>
                  <a:lnTo>
                    <a:pt x="914336" y="52959"/>
                  </a:lnTo>
                  <a:lnTo>
                    <a:pt x="922489" y="65062"/>
                  </a:lnTo>
                  <a:lnTo>
                    <a:pt x="934593" y="73215"/>
                  </a:lnTo>
                  <a:lnTo>
                    <a:pt x="939546" y="74206"/>
                  </a:lnTo>
                  <a:lnTo>
                    <a:pt x="939546" y="1025652"/>
                  </a:lnTo>
                  <a:lnTo>
                    <a:pt x="911352" y="1025652"/>
                  </a:lnTo>
                  <a:lnTo>
                    <a:pt x="949452" y="1101852"/>
                  </a:lnTo>
                  <a:lnTo>
                    <a:pt x="981202" y="1038352"/>
                  </a:lnTo>
                  <a:lnTo>
                    <a:pt x="987552" y="1025652"/>
                  </a:lnTo>
                  <a:lnTo>
                    <a:pt x="959358" y="1025652"/>
                  </a:lnTo>
                  <a:lnTo>
                    <a:pt x="959358" y="76200"/>
                  </a:lnTo>
                  <a:lnTo>
                    <a:pt x="959358" y="74206"/>
                  </a:lnTo>
                  <a:lnTo>
                    <a:pt x="964298" y="73215"/>
                  </a:lnTo>
                  <a:lnTo>
                    <a:pt x="976401" y="65062"/>
                  </a:lnTo>
                  <a:lnTo>
                    <a:pt x="984554" y="52959"/>
                  </a:lnTo>
                  <a:lnTo>
                    <a:pt x="987552" y="38100"/>
                  </a:lnTo>
                  <a:close/>
                </a:path>
                <a:path w="5596255" h="1257300">
                  <a:moveTo>
                    <a:pt x="1290828" y="38100"/>
                  </a:moveTo>
                  <a:lnTo>
                    <a:pt x="1287830" y="23253"/>
                  </a:lnTo>
                  <a:lnTo>
                    <a:pt x="1279677" y="11150"/>
                  </a:lnTo>
                  <a:lnTo>
                    <a:pt x="1267574" y="2997"/>
                  </a:lnTo>
                  <a:lnTo>
                    <a:pt x="1252728" y="0"/>
                  </a:lnTo>
                  <a:lnTo>
                    <a:pt x="1237869" y="2997"/>
                  </a:lnTo>
                  <a:lnTo>
                    <a:pt x="1225765" y="11150"/>
                  </a:lnTo>
                  <a:lnTo>
                    <a:pt x="1217612" y="23253"/>
                  </a:lnTo>
                  <a:lnTo>
                    <a:pt x="1214628" y="38100"/>
                  </a:lnTo>
                  <a:lnTo>
                    <a:pt x="1217612" y="52959"/>
                  </a:lnTo>
                  <a:lnTo>
                    <a:pt x="1225765" y="65062"/>
                  </a:lnTo>
                  <a:lnTo>
                    <a:pt x="1237869" y="73215"/>
                  </a:lnTo>
                  <a:lnTo>
                    <a:pt x="1242822" y="74206"/>
                  </a:lnTo>
                  <a:lnTo>
                    <a:pt x="1242822" y="982980"/>
                  </a:lnTo>
                  <a:lnTo>
                    <a:pt x="1214628" y="982980"/>
                  </a:lnTo>
                  <a:lnTo>
                    <a:pt x="1252728" y="1059180"/>
                  </a:lnTo>
                  <a:lnTo>
                    <a:pt x="1284478" y="995680"/>
                  </a:lnTo>
                  <a:lnTo>
                    <a:pt x="1290828" y="982980"/>
                  </a:lnTo>
                  <a:lnTo>
                    <a:pt x="1262634" y="982980"/>
                  </a:lnTo>
                  <a:lnTo>
                    <a:pt x="1262634" y="76200"/>
                  </a:lnTo>
                  <a:lnTo>
                    <a:pt x="1262634" y="74206"/>
                  </a:lnTo>
                  <a:lnTo>
                    <a:pt x="1267574" y="73215"/>
                  </a:lnTo>
                  <a:lnTo>
                    <a:pt x="1279677" y="65062"/>
                  </a:lnTo>
                  <a:lnTo>
                    <a:pt x="1287830" y="52959"/>
                  </a:lnTo>
                  <a:lnTo>
                    <a:pt x="1290828" y="38100"/>
                  </a:lnTo>
                  <a:close/>
                </a:path>
                <a:path w="5596255" h="1257300">
                  <a:moveTo>
                    <a:pt x="1443228" y="38100"/>
                  </a:moveTo>
                  <a:lnTo>
                    <a:pt x="1440230" y="23253"/>
                  </a:lnTo>
                  <a:lnTo>
                    <a:pt x="1432077" y="11150"/>
                  </a:lnTo>
                  <a:lnTo>
                    <a:pt x="1419974" y="2997"/>
                  </a:lnTo>
                  <a:lnTo>
                    <a:pt x="1405128" y="0"/>
                  </a:lnTo>
                  <a:lnTo>
                    <a:pt x="1390269" y="2997"/>
                  </a:lnTo>
                  <a:lnTo>
                    <a:pt x="1378165" y="11150"/>
                  </a:lnTo>
                  <a:lnTo>
                    <a:pt x="1370012" y="23253"/>
                  </a:lnTo>
                  <a:lnTo>
                    <a:pt x="1367028" y="38100"/>
                  </a:lnTo>
                  <a:lnTo>
                    <a:pt x="1370012" y="52959"/>
                  </a:lnTo>
                  <a:lnTo>
                    <a:pt x="1378165" y="65062"/>
                  </a:lnTo>
                  <a:lnTo>
                    <a:pt x="1390269" y="73215"/>
                  </a:lnTo>
                  <a:lnTo>
                    <a:pt x="1395222" y="74206"/>
                  </a:lnTo>
                  <a:lnTo>
                    <a:pt x="1395222" y="1005840"/>
                  </a:lnTo>
                  <a:lnTo>
                    <a:pt x="1367028" y="1005840"/>
                  </a:lnTo>
                  <a:lnTo>
                    <a:pt x="1405128" y="1082040"/>
                  </a:lnTo>
                  <a:lnTo>
                    <a:pt x="1436878" y="1018540"/>
                  </a:lnTo>
                  <a:lnTo>
                    <a:pt x="1443228" y="1005840"/>
                  </a:lnTo>
                  <a:lnTo>
                    <a:pt x="1415034" y="1005840"/>
                  </a:lnTo>
                  <a:lnTo>
                    <a:pt x="1415034" y="76200"/>
                  </a:lnTo>
                  <a:lnTo>
                    <a:pt x="1415034" y="74206"/>
                  </a:lnTo>
                  <a:lnTo>
                    <a:pt x="1419974" y="73215"/>
                  </a:lnTo>
                  <a:lnTo>
                    <a:pt x="1432077" y="65062"/>
                  </a:lnTo>
                  <a:lnTo>
                    <a:pt x="1440230" y="52959"/>
                  </a:lnTo>
                  <a:lnTo>
                    <a:pt x="1443228" y="38100"/>
                  </a:lnTo>
                  <a:close/>
                </a:path>
                <a:path w="5596255" h="1257300">
                  <a:moveTo>
                    <a:pt x="1644396" y="38100"/>
                  </a:moveTo>
                  <a:lnTo>
                    <a:pt x="1641398" y="23253"/>
                  </a:lnTo>
                  <a:lnTo>
                    <a:pt x="1633245" y="11150"/>
                  </a:lnTo>
                  <a:lnTo>
                    <a:pt x="1621142" y="2997"/>
                  </a:lnTo>
                  <a:lnTo>
                    <a:pt x="1606296" y="0"/>
                  </a:lnTo>
                  <a:lnTo>
                    <a:pt x="1591437" y="2997"/>
                  </a:lnTo>
                  <a:lnTo>
                    <a:pt x="1579333" y="11150"/>
                  </a:lnTo>
                  <a:lnTo>
                    <a:pt x="1571180" y="23253"/>
                  </a:lnTo>
                  <a:lnTo>
                    <a:pt x="1568196" y="38100"/>
                  </a:lnTo>
                  <a:lnTo>
                    <a:pt x="1571180" y="52959"/>
                  </a:lnTo>
                  <a:lnTo>
                    <a:pt x="1579333" y="65062"/>
                  </a:lnTo>
                  <a:lnTo>
                    <a:pt x="1591437" y="73215"/>
                  </a:lnTo>
                  <a:lnTo>
                    <a:pt x="1596390" y="74206"/>
                  </a:lnTo>
                  <a:lnTo>
                    <a:pt x="1596390" y="1025652"/>
                  </a:lnTo>
                  <a:lnTo>
                    <a:pt x="1568196" y="1025652"/>
                  </a:lnTo>
                  <a:lnTo>
                    <a:pt x="1606296" y="1101852"/>
                  </a:lnTo>
                  <a:lnTo>
                    <a:pt x="1638046" y="1038352"/>
                  </a:lnTo>
                  <a:lnTo>
                    <a:pt x="1644396" y="1025652"/>
                  </a:lnTo>
                  <a:lnTo>
                    <a:pt x="1616202" y="1025652"/>
                  </a:lnTo>
                  <a:lnTo>
                    <a:pt x="1616202" y="76200"/>
                  </a:lnTo>
                  <a:lnTo>
                    <a:pt x="1616202" y="74206"/>
                  </a:lnTo>
                  <a:lnTo>
                    <a:pt x="1621142" y="73215"/>
                  </a:lnTo>
                  <a:lnTo>
                    <a:pt x="1633245" y="65062"/>
                  </a:lnTo>
                  <a:lnTo>
                    <a:pt x="1641398" y="52959"/>
                  </a:lnTo>
                  <a:lnTo>
                    <a:pt x="1644396" y="38100"/>
                  </a:lnTo>
                  <a:close/>
                </a:path>
                <a:path w="5596255" h="1257300">
                  <a:moveTo>
                    <a:pt x="2302764" y="38100"/>
                  </a:moveTo>
                  <a:lnTo>
                    <a:pt x="2299766" y="23253"/>
                  </a:lnTo>
                  <a:lnTo>
                    <a:pt x="2291613" y="11150"/>
                  </a:lnTo>
                  <a:lnTo>
                    <a:pt x="2279510" y="2997"/>
                  </a:lnTo>
                  <a:lnTo>
                    <a:pt x="2264664" y="0"/>
                  </a:lnTo>
                  <a:lnTo>
                    <a:pt x="2249805" y="2997"/>
                  </a:lnTo>
                  <a:lnTo>
                    <a:pt x="2237702" y="11150"/>
                  </a:lnTo>
                  <a:lnTo>
                    <a:pt x="2229548" y="23253"/>
                  </a:lnTo>
                  <a:lnTo>
                    <a:pt x="2226564" y="38100"/>
                  </a:lnTo>
                  <a:lnTo>
                    <a:pt x="2229548" y="52959"/>
                  </a:lnTo>
                  <a:lnTo>
                    <a:pt x="2237702" y="65062"/>
                  </a:lnTo>
                  <a:lnTo>
                    <a:pt x="2249805" y="73215"/>
                  </a:lnTo>
                  <a:lnTo>
                    <a:pt x="2254758" y="74206"/>
                  </a:lnTo>
                  <a:lnTo>
                    <a:pt x="2254758" y="1039368"/>
                  </a:lnTo>
                  <a:lnTo>
                    <a:pt x="2226564" y="1039368"/>
                  </a:lnTo>
                  <a:lnTo>
                    <a:pt x="2264664" y="1115568"/>
                  </a:lnTo>
                  <a:lnTo>
                    <a:pt x="2296414" y="1052068"/>
                  </a:lnTo>
                  <a:lnTo>
                    <a:pt x="2302764" y="1039368"/>
                  </a:lnTo>
                  <a:lnTo>
                    <a:pt x="2274570" y="1039368"/>
                  </a:lnTo>
                  <a:lnTo>
                    <a:pt x="2274570" y="76200"/>
                  </a:lnTo>
                  <a:lnTo>
                    <a:pt x="2274570" y="74206"/>
                  </a:lnTo>
                  <a:lnTo>
                    <a:pt x="2279510" y="73215"/>
                  </a:lnTo>
                  <a:lnTo>
                    <a:pt x="2291613" y="65062"/>
                  </a:lnTo>
                  <a:lnTo>
                    <a:pt x="2299766" y="52959"/>
                  </a:lnTo>
                  <a:lnTo>
                    <a:pt x="2302764" y="38100"/>
                  </a:lnTo>
                  <a:close/>
                </a:path>
                <a:path w="5596255" h="1257300">
                  <a:moveTo>
                    <a:pt x="2506980" y="38100"/>
                  </a:moveTo>
                  <a:lnTo>
                    <a:pt x="2503982" y="23253"/>
                  </a:lnTo>
                  <a:lnTo>
                    <a:pt x="2495829" y="11150"/>
                  </a:lnTo>
                  <a:lnTo>
                    <a:pt x="2483726" y="2997"/>
                  </a:lnTo>
                  <a:lnTo>
                    <a:pt x="2468880" y="0"/>
                  </a:lnTo>
                  <a:lnTo>
                    <a:pt x="2454021" y="2997"/>
                  </a:lnTo>
                  <a:lnTo>
                    <a:pt x="2441918" y="11150"/>
                  </a:lnTo>
                  <a:lnTo>
                    <a:pt x="2433764" y="23253"/>
                  </a:lnTo>
                  <a:lnTo>
                    <a:pt x="2430780" y="38100"/>
                  </a:lnTo>
                  <a:lnTo>
                    <a:pt x="2433764" y="52959"/>
                  </a:lnTo>
                  <a:lnTo>
                    <a:pt x="2441918" y="65062"/>
                  </a:lnTo>
                  <a:lnTo>
                    <a:pt x="2454021" y="73215"/>
                  </a:lnTo>
                  <a:lnTo>
                    <a:pt x="2458974" y="74206"/>
                  </a:lnTo>
                  <a:lnTo>
                    <a:pt x="2458974" y="1005840"/>
                  </a:lnTo>
                  <a:lnTo>
                    <a:pt x="2430780" y="1005840"/>
                  </a:lnTo>
                  <a:lnTo>
                    <a:pt x="2468880" y="1082040"/>
                  </a:lnTo>
                  <a:lnTo>
                    <a:pt x="2500630" y="1018540"/>
                  </a:lnTo>
                  <a:lnTo>
                    <a:pt x="2506980" y="1005840"/>
                  </a:lnTo>
                  <a:lnTo>
                    <a:pt x="2478786" y="1005840"/>
                  </a:lnTo>
                  <a:lnTo>
                    <a:pt x="2478786" y="76200"/>
                  </a:lnTo>
                  <a:lnTo>
                    <a:pt x="2478786" y="74206"/>
                  </a:lnTo>
                  <a:lnTo>
                    <a:pt x="2483726" y="73215"/>
                  </a:lnTo>
                  <a:lnTo>
                    <a:pt x="2495829" y="65062"/>
                  </a:lnTo>
                  <a:lnTo>
                    <a:pt x="2503982" y="52959"/>
                  </a:lnTo>
                  <a:lnTo>
                    <a:pt x="2506980" y="38100"/>
                  </a:lnTo>
                  <a:close/>
                </a:path>
                <a:path w="5596255" h="1257300">
                  <a:moveTo>
                    <a:pt x="2962656" y="38100"/>
                  </a:moveTo>
                  <a:lnTo>
                    <a:pt x="2959658" y="23253"/>
                  </a:lnTo>
                  <a:lnTo>
                    <a:pt x="2951505" y="11150"/>
                  </a:lnTo>
                  <a:lnTo>
                    <a:pt x="2939402" y="2997"/>
                  </a:lnTo>
                  <a:lnTo>
                    <a:pt x="2924556" y="0"/>
                  </a:lnTo>
                  <a:lnTo>
                    <a:pt x="2909697" y="2997"/>
                  </a:lnTo>
                  <a:lnTo>
                    <a:pt x="2897594" y="11150"/>
                  </a:lnTo>
                  <a:lnTo>
                    <a:pt x="2889440" y="23253"/>
                  </a:lnTo>
                  <a:lnTo>
                    <a:pt x="2886456" y="38100"/>
                  </a:lnTo>
                  <a:lnTo>
                    <a:pt x="2889440" y="52959"/>
                  </a:lnTo>
                  <a:lnTo>
                    <a:pt x="2897594" y="65062"/>
                  </a:lnTo>
                  <a:lnTo>
                    <a:pt x="2909697" y="73215"/>
                  </a:lnTo>
                  <a:lnTo>
                    <a:pt x="2914650" y="74206"/>
                  </a:lnTo>
                  <a:lnTo>
                    <a:pt x="2914650" y="1181100"/>
                  </a:lnTo>
                  <a:lnTo>
                    <a:pt x="2886456" y="1181100"/>
                  </a:lnTo>
                  <a:lnTo>
                    <a:pt x="2924556" y="1257300"/>
                  </a:lnTo>
                  <a:lnTo>
                    <a:pt x="2956306" y="1193800"/>
                  </a:lnTo>
                  <a:lnTo>
                    <a:pt x="2962656" y="1181100"/>
                  </a:lnTo>
                  <a:lnTo>
                    <a:pt x="2934462" y="1181100"/>
                  </a:lnTo>
                  <a:lnTo>
                    <a:pt x="2934462" y="76200"/>
                  </a:lnTo>
                  <a:lnTo>
                    <a:pt x="2934462" y="74206"/>
                  </a:lnTo>
                  <a:lnTo>
                    <a:pt x="2939402" y="73215"/>
                  </a:lnTo>
                  <a:lnTo>
                    <a:pt x="2951505" y="65062"/>
                  </a:lnTo>
                  <a:lnTo>
                    <a:pt x="2959658" y="52959"/>
                  </a:lnTo>
                  <a:lnTo>
                    <a:pt x="2962656" y="38100"/>
                  </a:lnTo>
                  <a:close/>
                </a:path>
                <a:path w="5596255" h="1257300">
                  <a:moveTo>
                    <a:pt x="3418332" y="38100"/>
                  </a:moveTo>
                  <a:lnTo>
                    <a:pt x="3415334" y="23253"/>
                  </a:lnTo>
                  <a:lnTo>
                    <a:pt x="3407181" y="11150"/>
                  </a:lnTo>
                  <a:lnTo>
                    <a:pt x="3395078" y="2997"/>
                  </a:lnTo>
                  <a:lnTo>
                    <a:pt x="3380232" y="0"/>
                  </a:lnTo>
                  <a:lnTo>
                    <a:pt x="3365373" y="2997"/>
                  </a:lnTo>
                  <a:lnTo>
                    <a:pt x="3353270" y="11150"/>
                  </a:lnTo>
                  <a:lnTo>
                    <a:pt x="3345116" y="23253"/>
                  </a:lnTo>
                  <a:lnTo>
                    <a:pt x="3342132" y="38100"/>
                  </a:lnTo>
                  <a:lnTo>
                    <a:pt x="3345116" y="52959"/>
                  </a:lnTo>
                  <a:lnTo>
                    <a:pt x="3353270" y="65062"/>
                  </a:lnTo>
                  <a:lnTo>
                    <a:pt x="3365373" y="73215"/>
                  </a:lnTo>
                  <a:lnTo>
                    <a:pt x="3370326" y="74206"/>
                  </a:lnTo>
                  <a:lnTo>
                    <a:pt x="3370326" y="1025652"/>
                  </a:lnTo>
                  <a:lnTo>
                    <a:pt x="3342132" y="1025652"/>
                  </a:lnTo>
                  <a:lnTo>
                    <a:pt x="3380232" y="1101852"/>
                  </a:lnTo>
                  <a:lnTo>
                    <a:pt x="3411982" y="1038352"/>
                  </a:lnTo>
                  <a:lnTo>
                    <a:pt x="3418332" y="1025652"/>
                  </a:lnTo>
                  <a:lnTo>
                    <a:pt x="3390138" y="1025652"/>
                  </a:lnTo>
                  <a:lnTo>
                    <a:pt x="3390138" y="76200"/>
                  </a:lnTo>
                  <a:lnTo>
                    <a:pt x="3390138" y="74206"/>
                  </a:lnTo>
                  <a:lnTo>
                    <a:pt x="3395078" y="73215"/>
                  </a:lnTo>
                  <a:lnTo>
                    <a:pt x="3407181" y="65062"/>
                  </a:lnTo>
                  <a:lnTo>
                    <a:pt x="3415334" y="52959"/>
                  </a:lnTo>
                  <a:lnTo>
                    <a:pt x="3418332" y="38100"/>
                  </a:lnTo>
                  <a:close/>
                </a:path>
                <a:path w="5596255" h="1257300">
                  <a:moveTo>
                    <a:pt x="3621024" y="53340"/>
                  </a:moveTo>
                  <a:lnTo>
                    <a:pt x="3618026" y="38493"/>
                  </a:lnTo>
                  <a:lnTo>
                    <a:pt x="3609873" y="26390"/>
                  </a:lnTo>
                  <a:lnTo>
                    <a:pt x="3597770" y="18237"/>
                  </a:lnTo>
                  <a:lnTo>
                    <a:pt x="3582924" y="15240"/>
                  </a:lnTo>
                  <a:lnTo>
                    <a:pt x="3568065" y="18237"/>
                  </a:lnTo>
                  <a:lnTo>
                    <a:pt x="3555962" y="26390"/>
                  </a:lnTo>
                  <a:lnTo>
                    <a:pt x="3547808" y="38493"/>
                  </a:lnTo>
                  <a:lnTo>
                    <a:pt x="3544824" y="53340"/>
                  </a:lnTo>
                  <a:lnTo>
                    <a:pt x="3547808" y="68199"/>
                  </a:lnTo>
                  <a:lnTo>
                    <a:pt x="3555962" y="80302"/>
                  </a:lnTo>
                  <a:lnTo>
                    <a:pt x="3568065" y="88455"/>
                  </a:lnTo>
                  <a:lnTo>
                    <a:pt x="3573018" y="89446"/>
                  </a:lnTo>
                  <a:lnTo>
                    <a:pt x="3573018" y="1005840"/>
                  </a:lnTo>
                  <a:lnTo>
                    <a:pt x="3544824" y="1005840"/>
                  </a:lnTo>
                  <a:lnTo>
                    <a:pt x="3582924" y="1082040"/>
                  </a:lnTo>
                  <a:lnTo>
                    <a:pt x="3614674" y="1018540"/>
                  </a:lnTo>
                  <a:lnTo>
                    <a:pt x="3621024" y="1005840"/>
                  </a:lnTo>
                  <a:lnTo>
                    <a:pt x="3592830" y="1005840"/>
                  </a:lnTo>
                  <a:lnTo>
                    <a:pt x="3592830" y="91440"/>
                  </a:lnTo>
                  <a:lnTo>
                    <a:pt x="3592830" y="89446"/>
                  </a:lnTo>
                  <a:lnTo>
                    <a:pt x="3597770" y="88455"/>
                  </a:lnTo>
                  <a:lnTo>
                    <a:pt x="3609873" y="80302"/>
                  </a:lnTo>
                  <a:lnTo>
                    <a:pt x="3618026" y="68199"/>
                  </a:lnTo>
                  <a:lnTo>
                    <a:pt x="3621024" y="53340"/>
                  </a:lnTo>
                  <a:close/>
                </a:path>
                <a:path w="5596255" h="1257300">
                  <a:moveTo>
                    <a:pt x="4125468" y="38100"/>
                  </a:moveTo>
                  <a:lnTo>
                    <a:pt x="4122470" y="23253"/>
                  </a:lnTo>
                  <a:lnTo>
                    <a:pt x="4114317" y="11150"/>
                  </a:lnTo>
                  <a:lnTo>
                    <a:pt x="4102214" y="2997"/>
                  </a:lnTo>
                  <a:lnTo>
                    <a:pt x="4087368" y="0"/>
                  </a:lnTo>
                  <a:lnTo>
                    <a:pt x="4072509" y="2997"/>
                  </a:lnTo>
                  <a:lnTo>
                    <a:pt x="4060406" y="11150"/>
                  </a:lnTo>
                  <a:lnTo>
                    <a:pt x="4052252" y="23253"/>
                  </a:lnTo>
                  <a:lnTo>
                    <a:pt x="4049268" y="38100"/>
                  </a:lnTo>
                  <a:lnTo>
                    <a:pt x="4052252" y="52959"/>
                  </a:lnTo>
                  <a:lnTo>
                    <a:pt x="4060406" y="65062"/>
                  </a:lnTo>
                  <a:lnTo>
                    <a:pt x="4072509" y="73215"/>
                  </a:lnTo>
                  <a:lnTo>
                    <a:pt x="4077462" y="74206"/>
                  </a:lnTo>
                  <a:lnTo>
                    <a:pt x="4077462" y="1025652"/>
                  </a:lnTo>
                  <a:lnTo>
                    <a:pt x="4049268" y="1025652"/>
                  </a:lnTo>
                  <a:lnTo>
                    <a:pt x="4087368" y="1101852"/>
                  </a:lnTo>
                  <a:lnTo>
                    <a:pt x="4119118" y="1038352"/>
                  </a:lnTo>
                  <a:lnTo>
                    <a:pt x="4125468" y="1025652"/>
                  </a:lnTo>
                  <a:lnTo>
                    <a:pt x="4097274" y="1025652"/>
                  </a:lnTo>
                  <a:lnTo>
                    <a:pt x="4097274" y="76200"/>
                  </a:lnTo>
                  <a:lnTo>
                    <a:pt x="4097274" y="74206"/>
                  </a:lnTo>
                  <a:lnTo>
                    <a:pt x="4102214" y="73215"/>
                  </a:lnTo>
                  <a:lnTo>
                    <a:pt x="4114317" y="65062"/>
                  </a:lnTo>
                  <a:lnTo>
                    <a:pt x="4122470" y="52959"/>
                  </a:lnTo>
                  <a:lnTo>
                    <a:pt x="4125468" y="38100"/>
                  </a:lnTo>
                  <a:close/>
                </a:path>
                <a:path w="5596255" h="1257300">
                  <a:moveTo>
                    <a:pt x="4582668" y="38100"/>
                  </a:moveTo>
                  <a:lnTo>
                    <a:pt x="4579671" y="23253"/>
                  </a:lnTo>
                  <a:lnTo>
                    <a:pt x="4571517" y="11150"/>
                  </a:lnTo>
                  <a:lnTo>
                    <a:pt x="4559414" y="2997"/>
                  </a:lnTo>
                  <a:lnTo>
                    <a:pt x="4544568" y="0"/>
                  </a:lnTo>
                  <a:lnTo>
                    <a:pt x="4529709" y="2997"/>
                  </a:lnTo>
                  <a:lnTo>
                    <a:pt x="4517606" y="11150"/>
                  </a:lnTo>
                  <a:lnTo>
                    <a:pt x="4509452" y="23253"/>
                  </a:lnTo>
                  <a:lnTo>
                    <a:pt x="4506468" y="38100"/>
                  </a:lnTo>
                  <a:lnTo>
                    <a:pt x="4509452" y="52959"/>
                  </a:lnTo>
                  <a:lnTo>
                    <a:pt x="4517606" y="65062"/>
                  </a:lnTo>
                  <a:lnTo>
                    <a:pt x="4529709" y="73215"/>
                  </a:lnTo>
                  <a:lnTo>
                    <a:pt x="4534662" y="74206"/>
                  </a:lnTo>
                  <a:lnTo>
                    <a:pt x="4534662" y="1005840"/>
                  </a:lnTo>
                  <a:lnTo>
                    <a:pt x="4506468" y="1005840"/>
                  </a:lnTo>
                  <a:lnTo>
                    <a:pt x="4544568" y="1082040"/>
                  </a:lnTo>
                  <a:lnTo>
                    <a:pt x="4576318" y="1018540"/>
                  </a:lnTo>
                  <a:lnTo>
                    <a:pt x="4582668" y="1005840"/>
                  </a:lnTo>
                  <a:lnTo>
                    <a:pt x="4554474" y="1005840"/>
                  </a:lnTo>
                  <a:lnTo>
                    <a:pt x="4554474" y="76200"/>
                  </a:lnTo>
                  <a:lnTo>
                    <a:pt x="4554474" y="74206"/>
                  </a:lnTo>
                  <a:lnTo>
                    <a:pt x="4559414" y="73215"/>
                  </a:lnTo>
                  <a:lnTo>
                    <a:pt x="4571517" y="65062"/>
                  </a:lnTo>
                  <a:lnTo>
                    <a:pt x="4579671" y="52959"/>
                  </a:lnTo>
                  <a:lnTo>
                    <a:pt x="4582668" y="38100"/>
                  </a:lnTo>
                  <a:close/>
                </a:path>
                <a:path w="5596255" h="1257300">
                  <a:moveTo>
                    <a:pt x="4783836" y="38100"/>
                  </a:moveTo>
                  <a:lnTo>
                    <a:pt x="4780839" y="23253"/>
                  </a:lnTo>
                  <a:lnTo>
                    <a:pt x="4772685" y="11150"/>
                  </a:lnTo>
                  <a:lnTo>
                    <a:pt x="4760582" y="2997"/>
                  </a:lnTo>
                  <a:lnTo>
                    <a:pt x="4745736" y="0"/>
                  </a:lnTo>
                  <a:lnTo>
                    <a:pt x="4730877" y="2997"/>
                  </a:lnTo>
                  <a:lnTo>
                    <a:pt x="4718774" y="11150"/>
                  </a:lnTo>
                  <a:lnTo>
                    <a:pt x="4710620" y="23253"/>
                  </a:lnTo>
                  <a:lnTo>
                    <a:pt x="4707636" y="38100"/>
                  </a:lnTo>
                  <a:lnTo>
                    <a:pt x="4710620" y="52959"/>
                  </a:lnTo>
                  <a:lnTo>
                    <a:pt x="4718774" y="65062"/>
                  </a:lnTo>
                  <a:lnTo>
                    <a:pt x="4730877" y="73215"/>
                  </a:lnTo>
                  <a:lnTo>
                    <a:pt x="4735830" y="74206"/>
                  </a:lnTo>
                  <a:lnTo>
                    <a:pt x="4735830" y="982980"/>
                  </a:lnTo>
                  <a:lnTo>
                    <a:pt x="4707636" y="982980"/>
                  </a:lnTo>
                  <a:lnTo>
                    <a:pt x="4745736" y="1059180"/>
                  </a:lnTo>
                  <a:lnTo>
                    <a:pt x="4777486" y="995680"/>
                  </a:lnTo>
                  <a:lnTo>
                    <a:pt x="4783836" y="982980"/>
                  </a:lnTo>
                  <a:lnTo>
                    <a:pt x="4755642" y="982980"/>
                  </a:lnTo>
                  <a:lnTo>
                    <a:pt x="4755642" y="76200"/>
                  </a:lnTo>
                  <a:lnTo>
                    <a:pt x="4755642" y="74206"/>
                  </a:lnTo>
                  <a:lnTo>
                    <a:pt x="4760582" y="73215"/>
                  </a:lnTo>
                  <a:lnTo>
                    <a:pt x="4772685" y="65062"/>
                  </a:lnTo>
                  <a:lnTo>
                    <a:pt x="4780839" y="52959"/>
                  </a:lnTo>
                  <a:lnTo>
                    <a:pt x="4783836" y="38100"/>
                  </a:lnTo>
                  <a:close/>
                </a:path>
                <a:path w="5596255" h="1257300">
                  <a:moveTo>
                    <a:pt x="5088636" y="38100"/>
                  </a:moveTo>
                  <a:lnTo>
                    <a:pt x="5085639" y="23253"/>
                  </a:lnTo>
                  <a:lnTo>
                    <a:pt x="5077485" y="11150"/>
                  </a:lnTo>
                  <a:lnTo>
                    <a:pt x="5065382" y="2997"/>
                  </a:lnTo>
                  <a:lnTo>
                    <a:pt x="5050536" y="0"/>
                  </a:lnTo>
                  <a:lnTo>
                    <a:pt x="5035677" y="2997"/>
                  </a:lnTo>
                  <a:lnTo>
                    <a:pt x="5023574" y="11150"/>
                  </a:lnTo>
                  <a:lnTo>
                    <a:pt x="5015420" y="23253"/>
                  </a:lnTo>
                  <a:lnTo>
                    <a:pt x="5012436" y="38100"/>
                  </a:lnTo>
                  <a:lnTo>
                    <a:pt x="5015420" y="52959"/>
                  </a:lnTo>
                  <a:lnTo>
                    <a:pt x="5023574" y="65062"/>
                  </a:lnTo>
                  <a:lnTo>
                    <a:pt x="5035677" y="73215"/>
                  </a:lnTo>
                  <a:lnTo>
                    <a:pt x="5040630" y="74206"/>
                  </a:lnTo>
                  <a:lnTo>
                    <a:pt x="5040630" y="1005840"/>
                  </a:lnTo>
                  <a:lnTo>
                    <a:pt x="5012436" y="1005840"/>
                  </a:lnTo>
                  <a:lnTo>
                    <a:pt x="5050536" y="1082040"/>
                  </a:lnTo>
                  <a:lnTo>
                    <a:pt x="5082286" y="1018540"/>
                  </a:lnTo>
                  <a:lnTo>
                    <a:pt x="5088636" y="1005840"/>
                  </a:lnTo>
                  <a:lnTo>
                    <a:pt x="5060442" y="1005840"/>
                  </a:lnTo>
                  <a:lnTo>
                    <a:pt x="5060442" y="76200"/>
                  </a:lnTo>
                  <a:lnTo>
                    <a:pt x="5060442" y="74206"/>
                  </a:lnTo>
                  <a:lnTo>
                    <a:pt x="5065382" y="73215"/>
                  </a:lnTo>
                  <a:lnTo>
                    <a:pt x="5077485" y="65062"/>
                  </a:lnTo>
                  <a:lnTo>
                    <a:pt x="5085639" y="52959"/>
                  </a:lnTo>
                  <a:lnTo>
                    <a:pt x="5088636" y="38100"/>
                  </a:lnTo>
                  <a:close/>
                </a:path>
                <a:path w="5596255" h="1257300">
                  <a:moveTo>
                    <a:pt x="5443728" y="38100"/>
                  </a:moveTo>
                  <a:lnTo>
                    <a:pt x="5440731" y="23253"/>
                  </a:lnTo>
                  <a:lnTo>
                    <a:pt x="5432577" y="11150"/>
                  </a:lnTo>
                  <a:lnTo>
                    <a:pt x="5420474" y="2997"/>
                  </a:lnTo>
                  <a:lnTo>
                    <a:pt x="5405628" y="0"/>
                  </a:lnTo>
                  <a:lnTo>
                    <a:pt x="5390769" y="2997"/>
                  </a:lnTo>
                  <a:lnTo>
                    <a:pt x="5378666" y="11150"/>
                  </a:lnTo>
                  <a:lnTo>
                    <a:pt x="5370512" y="23253"/>
                  </a:lnTo>
                  <a:lnTo>
                    <a:pt x="5367528" y="38100"/>
                  </a:lnTo>
                  <a:lnTo>
                    <a:pt x="5370512" y="52959"/>
                  </a:lnTo>
                  <a:lnTo>
                    <a:pt x="5378666" y="65062"/>
                  </a:lnTo>
                  <a:lnTo>
                    <a:pt x="5390769" y="73215"/>
                  </a:lnTo>
                  <a:lnTo>
                    <a:pt x="5395722" y="74206"/>
                  </a:lnTo>
                  <a:lnTo>
                    <a:pt x="5395722" y="1025652"/>
                  </a:lnTo>
                  <a:lnTo>
                    <a:pt x="5367528" y="1025652"/>
                  </a:lnTo>
                  <a:lnTo>
                    <a:pt x="5405628" y="1101852"/>
                  </a:lnTo>
                  <a:lnTo>
                    <a:pt x="5437378" y="1038352"/>
                  </a:lnTo>
                  <a:lnTo>
                    <a:pt x="5443728" y="1025652"/>
                  </a:lnTo>
                  <a:lnTo>
                    <a:pt x="5415534" y="1025652"/>
                  </a:lnTo>
                  <a:lnTo>
                    <a:pt x="5415534" y="76200"/>
                  </a:lnTo>
                  <a:lnTo>
                    <a:pt x="5415534" y="74206"/>
                  </a:lnTo>
                  <a:lnTo>
                    <a:pt x="5420474" y="73215"/>
                  </a:lnTo>
                  <a:lnTo>
                    <a:pt x="5432577" y="65062"/>
                  </a:lnTo>
                  <a:lnTo>
                    <a:pt x="5440731" y="52959"/>
                  </a:lnTo>
                  <a:lnTo>
                    <a:pt x="5443728" y="38100"/>
                  </a:lnTo>
                  <a:close/>
                </a:path>
                <a:path w="5596255" h="1257300">
                  <a:moveTo>
                    <a:pt x="5596128" y="38100"/>
                  </a:moveTo>
                  <a:lnTo>
                    <a:pt x="5593131" y="23253"/>
                  </a:lnTo>
                  <a:lnTo>
                    <a:pt x="5584977" y="11150"/>
                  </a:lnTo>
                  <a:lnTo>
                    <a:pt x="5572874" y="2997"/>
                  </a:lnTo>
                  <a:lnTo>
                    <a:pt x="5558028" y="0"/>
                  </a:lnTo>
                  <a:lnTo>
                    <a:pt x="5543169" y="2997"/>
                  </a:lnTo>
                  <a:lnTo>
                    <a:pt x="5531066" y="11150"/>
                  </a:lnTo>
                  <a:lnTo>
                    <a:pt x="5522912" y="23253"/>
                  </a:lnTo>
                  <a:lnTo>
                    <a:pt x="5519928" y="38100"/>
                  </a:lnTo>
                  <a:lnTo>
                    <a:pt x="5522912" y="52959"/>
                  </a:lnTo>
                  <a:lnTo>
                    <a:pt x="5531066" y="65062"/>
                  </a:lnTo>
                  <a:lnTo>
                    <a:pt x="5543169" y="73215"/>
                  </a:lnTo>
                  <a:lnTo>
                    <a:pt x="5548122" y="74206"/>
                  </a:lnTo>
                  <a:lnTo>
                    <a:pt x="5548122" y="1025652"/>
                  </a:lnTo>
                  <a:lnTo>
                    <a:pt x="5519928" y="1025652"/>
                  </a:lnTo>
                  <a:lnTo>
                    <a:pt x="5558028" y="1101852"/>
                  </a:lnTo>
                  <a:lnTo>
                    <a:pt x="5589778" y="1038352"/>
                  </a:lnTo>
                  <a:lnTo>
                    <a:pt x="5596128" y="1025652"/>
                  </a:lnTo>
                  <a:lnTo>
                    <a:pt x="5567934" y="1025652"/>
                  </a:lnTo>
                  <a:lnTo>
                    <a:pt x="5567934" y="76200"/>
                  </a:lnTo>
                  <a:lnTo>
                    <a:pt x="5567934" y="74206"/>
                  </a:lnTo>
                  <a:lnTo>
                    <a:pt x="5572874" y="73215"/>
                  </a:lnTo>
                  <a:lnTo>
                    <a:pt x="5584977" y="65062"/>
                  </a:lnTo>
                  <a:lnTo>
                    <a:pt x="5593131" y="52959"/>
                  </a:lnTo>
                  <a:lnTo>
                    <a:pt x="5596128" y="381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16051" y="3073908"/>
              <a:ext cx="170688" cy="187451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19327" y="3073908"/>
              <a:ext cx="172212" cy="187451"/>
            </a:xfrm>
            <a:prstGeom prst="rect">
              <a:avLst/>
            </a:prstGeom>
          </p:spPr>
        </p:pic>
        <p:pic>
          <p:nvPicPr>
            <p:cNvPr id="20" name="object 2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85771" y="3073908"/>
              <a:ext cx="170688" cy="187451"/>
            </a:xfrm>
            <a:prstGeom prst="rect">
              <a:avLst/>
            </a:prstGeom>
          </p:spPr>
        </p:pic>
        <p:pic>
          <p:nvPicPr>
            <p:cNvPr id="21" name="object 21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642616" y="3060191"/>
              <a:ext cx="170687" cy="185927"/>
            </a:xfrm>
            <a:prstGeom prst="rect">
              <a:avLst/>
            </a:prstGeom>
          </p:spPr>
        </p:pic>
        <p:pic>
          <p:nvPicPr>
            <p:cNvPr id="22" name="object 22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46831" y="3073908"/>
              <a:ext cx="172212" cy="187451"/>
            </a:xfrm>
            <a:prstGeom prst="rect">
              <a:avLst/>
            </a:prstGeom>
          </p:spPr>
        </p:pic>
        <p:pic>
          <p:nvPicPr>
            <p:cNvPr id="23" name="object 23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327404" y="3130295"/>
              <a:ext cx="172212" cy="187451"/>
            </a:xfrm>
            <a:prstGeom prst="rect">
              <a:avLst/>
            </a:prstGeom>
          </p:spPr>
        </p:pic>
        <p:pic>
          <p:nvPicPr>
            <p:cNvPr id="24" name="object 24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630679" y="3073908"/>
              <a:ext cx="172212" cy="187451"/>
            </a:xfrm>
            <a:prstGeom prst="rect">
              <a:avLst/>
            </a:prstGeom>
          </p:spPr>
        </p:pic>
        <p:pic>
          <p:nvPicPr>
            <p:cNvPr id="25" name="object 25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340607" y="3066287"/>
              <a:ext cx="172211" cy="187451"/>
            </a:xfrm>
            <a:prstGeom prst="rect">
              <a:avLst/>
            </a:prstGeom>
          </p:spPr>
        </p:pic>
        <p:pic>
          <p:nvPicPr>
            <p:cNvPr id="26" name="object 26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774948" y="3073908"/>
              <a:ext cx="356615" cy="217931"/>
            </a:xfrm>
            <a:prstGeom prst="rect">
              <a:avLst/>
            </a:prstGeom>
          </p:spPr>
        </p:pic>
        <p:pic>
          <p:nvPicPr>
            <p:cNvPr id="27" name="object 27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491228" y="3084575"/>
              <a:ext cx="172211" cy="187451"/>
            </a:xfrm>
            <a:prstGeom prst="rect">
              <a:avLst/>
            </a:prstGeom>
          </p:spPr>
        </p:pic>
        <p:pic>
          <p:nvPicPr>
            <p:cNvPr id="28" name="object 28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928616" y="3115055"/>
              <a:ext cx="172211" cy="187451"/>
            </a:xfrm>
            <a:prstGeom prst="rect">
              <a:avLst/>
            </a:prstGeom>
          </p:spPr>
        </p:pic>
        <p:pic>
          <p:nvPicPr>
            <p:cNvPr id="29" name="object 29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164836" y="3075431"/>
              <a:ext cx="172211" cy="187451"/>
            </a:xfrm>
            <a:prstGeom prst="rect">
              <a:avLst/>
            </a:prstGeom>
          </p:spPr>
        </p:pic>
        <p:pic>
          <p:nvPicPr>
            <p:cNvPr id="30" name="object 3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30011" y="3073908"/>
              <a:ext cx="170687" cy="187451"/>
            </a:xfrm>
            <a:prstGeom prst="rect">
              <a:avLst/>
            </a:prstGeom>
          </p:spPr>
        </p:pic>
        <p:pic>
          <p:nvPicPr>
            <p:cNvPr id="31" name="object 31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797295" y="3048000"/>
              <a:ext cx="332231" cy="208787"/>
            </a:xfrm>
            <a:prstGeom prst="rect">
              <a:avLst/>
            </a:prstGeom>
          </p:spPr>
        </p:pic>
        <p:sp>
          <p:nvSpPr>
            <p:cNvPr id="32" name="object 32" descr=""/>
            <p:cNvSpPr/>
            <p:nvPr/>
          </p:nvSpPr>
          <p:spPr>
            <a:xfrm>
              <a:off x="736092" y="3251453"/>
              <a:ext cx="5355590" cy="1009015"/>
            </a:xfrm>
            <a:custGeom>
              <a:avLst/>
              <a:gdLst/>
              <a:ahLst/>
              <a:cxnLst/>
              <a:rect l="l" t="t" r="r" b="b"/>
              <a:pathLst>
                <a:path w="5355590" h="1009014">
                  <a:moveTo>
                    <a:pt x="57912" y="867156"/>
                  </a:moveTo>
                  <a:lnTo>
                    <a:pt x="28956" y="867156"/>
                  </a:lnTo>
                  <a:lnTo>
                    <a:pt x="28956" y="896112"/>
                  </a:lnTo>
                  <a:lnTo>
                    <a:pt x="57912" y="896112"/>
                  </a:lnTo>
                  <a:lnTo>
                    <a:pt x="57912" y="867156"/>
                  </a:lnTo>
                  <a:close/>
                </a:path>
                <a:path w="5355590" h="1009014">
                  <a:moveTo>
                    <a:pt x="57912" y="809244"/>
                  </a:moveTo>
                  <a:lnTo>
                    <a:pt x="28956" y="809244"/>
                  </a:lnTo>
                  <a:lnTo>
                    <a:pt x="28956" y="838200"/>
                  </a:lnTo>
                  <a:lnTo>
                    <a:pt x="57912" y="838200"/>
                  </a:lnTo>
                  <a:lnTo>
                    <a:pt x="57912" y="809244"/>
                  </a:lnTo>
                  <a:close/>
                </a:path>
                <a:path w="5355590" h="1009014">
                  <a:moveTo>
                    <a:pt x="57912" y="751332"/>
                  </a:moveTo>
                  <a:lnTo>
                    <a:pt x="28956" y="751332"/>
                  </a:lnTo>
                  <a:lnTo>
                    <a:pt x="28956" y="780288"/>
                  </a:lnTo>
                  <a:lnTo>
                    <a:pt x="57912" y="780288"/>
                  </a:lnTo>
                  <a:lnTo>
                    <a:pt x="57912" y="751332"/>
                  </a:lnTo>
                  <a:close/>
                </a:path>
                <a:path w="5355590" h="1009014">
                  <a:moveTo>
                    <a:pt x="57912" y="693420"/>
                  </a:moveTo>
                  <a:lnTo>
                    <a:pt x="28956" y="693420"/>
                  </a:lnTo>
                  <a:lnTo>
                    <a:pt x="28956" y="722376"/>
                  </a:lnTo>
                  <a:lnTo>
                    <a:pt x="57912" y="722376"/>
                  </a:lnTo>
                  <a:lnTo>
                    <a:pt x="57912" y="693420"/>
                  </a:lnTo>
                  <a:close/>
                </a:path>
                <a:path w="5355590" h="1009014">
                  <a:moveTo>
                    <a:pt x="57912" y="635508"/>
                  </a:moveTo>
                  <a:lnTo>
                    <a:pt x="28956" y="635508"/>
                  </a:lnTo>
                  <a:lnTo>
                    <a:pt x="28956" y="664464"/>
                  </a:lnTo>
                  <a:lnTo>
                    <a:pt x="57912" y="664464"/>
                  </a:lnTo>
                  <a:lnTo>
                    <a:pt x="57912" y="635508"/>
                  </a:lnTo>
                  <a:close/>
                </a:path>
                <a:path w="5355590" h="1009014">
                  <a:moveTo>
                    <a:pt x="57912" y="577596"/>
                  </a:moveTo>
                  <a:lnTo>
                    <a:pt x="28956" y="577596"/>
                  </a:lnTo>
                  <a:lnTo>
                    <a:pt x="28956" y="606552"/>
                  </a:lnTo>
                  <a:lnTo>
                    <a:pt x="57912" y="606552"/>
                  </a:lnTo>
                  <a:lnTo>
                    <a:pt x="57912" y="577596"/>
                  </a:lnTo>
                  <a:close/>
                </a:path>
                <a:path w="5355590" h="1009014">
                  <a:moveTo>
                    <a:pt x="57912" y="519684"/>
                  </a:moveTo>
                  <a:lnTo>
                    <a:pt x="28956" y="519684"/>
                  </a:lnTo>
                  <a:lnTo>
                    <a:pt x="28956" y="548640"/>
                  </a:lnTo>
                  <a:lnTo>
                    <a:pt x="57912" y="548640"/>
                  </a:lnTo>
                  <a:lnTo>
                    <a:pt x="57912" y="519684"/>
                  </a:lnTo>
                  <a:close/>
                </a:path>
                <a:path w="5355590" h="1009014">
                  <a:moveTo>
                    <a:pt x="57912" y="461772"/>
                  </a:moveTo>
                  <a:lnTo>
                    <a:pt x="28956" y="461772"/>
                  </a:lnTo>
                  <a:lnTo>
                    <a:pt x="28956" y="490728"/>
                  </a:lnTo>
                  <a:lnTo>
                    <a:pt x="57912" y="490728"/>
                  </a:lnTo>
                  <a:lnTo>
                    <a:pt x="57912" y="461772"/>
                  </a:lnTo>
                  <a:close/>
                </a:path>
                <a:path w="5355590" h="1009014">
                  <a:moveTo>
                    <a:pt x="57912" y="403860"/>
                  </a:moveTo>
                  <a:lnTo>
                    <a:pt x="28956" y="403860"/>
                  </a:lnTo>
                  <a:lnTo>
                    <a:pt x="28956" y="432816"/>
                  </a:lnTo>
                  <a:lnTo>
                    <a:pt x="57912" y="432816"/>
                  </a:lnTo>
                  <a:lnTo>
                    <a:pt x="57912" y="403860"/>
                  </a:lnTo>
                  <a:close/>
                </a:path>
                <a:path w="5355590" h="1009014">
                  <a:moveTo>
                    <a:pt x="57912" y="345948"/>
                  </a:moveTo>
                  <a:lnTo>
                    <a:pt x="28956" y="345948"/>
                  </a:lnTo>
                  <a:lnTo>
                    <a:pt x="28956" y="374904"/>
                  </a:lnTo>
                  <a:lnTo>
                    <a:pt x="57912" y="374904"/>
                  </a:lnTo>
                  <a:lnTo>
                    <a:pt x="57912" y="345948"/>
                  </a:lnTo>
                  <a:close/>
                </a:path>
                <a:path w="5355590" h="1009014">
                  <a:moveTo>
                    <a:pt x="57912" y="288036"/>
                  </a:moveTo>
                  <a:lnTo>
                    <a:pt x="28956" y="288036"/>
                  </a:lnTo>
                  <a:lnTo>
                    <a:pt x="28956" y="317004"/>
                  </a:lnTo>
                  <a:lnTo>
                    <a:pt x="57912" y="317004"/>
                  </a:lnTo>
                  <a:lnTo>
                    <a:pt x="57912" y="288036"/>
                  </a:lnTo>
                  <a:close/>
                </a:path>
                <a:path w="5355590" h="1009014">
                  <a:moveTo>
                    <a:pt x="57912" y="230124"/>
                  </a:moveTo>
                  <a:lnTo>
                    <a:pt x="28956" y="230124"/>
                  </a:lnTo>
                  <a:lnTo>
                    <a:pt x="28956" y="259080"/>
                  </a:lnTo>
                  <a:lnTo>
                    <a:pt x="57912" y="259080"/>
                  </a:lnTo>
                  <a:lnTo>
                    <a:pt x="57912" y="230124"/>
                  </a:lnTo>
                  <a:close/>
                </a:path>
                <a:path w="5355590" h="1009014">
                  <a:moveTo>
                    <a:pt x="57912" y="172212"/>
                  </a:moveTo>
                  <a:lnTo>
                    <a:pt x="28956" y="172212"/>
                  </a:lnTo>
                  <a:lnTo>
                    <a:pt x="28956" y="201168"/>
                  </a:lnTo>
                  <a:lnTo>
                    <a:pt x="57912" y="201168"/>
                  </a:lnTo>
                  <a:lnTo>
                    <a:pt x="57912" y="172212"/>
                  </a:lnTo>
                  <a:close/>
                </a:path>
                <a:path w="5355590" h="1009014">
                  <a:moveTo>
                    <a:pt x="57912" y="114300"/>
                  </a:moveTo>
                  <a:lnTo>
                    <a:pt x="28956" y="114300"/>
                  </a:lnTo>
                  <a:lnTo>
                    <a:pt x="28956" y="143256"/>
                  </a:lnTo>
                  <a:lnTo>
                    <a:pt x="57912" y="143256"/>
                  </a:lnTo>
                  <a:lnTo>
                    <a:pt x="57912" y="114300"/>
                  </a:lnTo>
                  <a:close/>
                </a:path>
                <a:path w="5355590" h="1009014">
                  <a:moveTo>
                    <a:pt x="57912" y="56388"/>
                  </a:moveTo>
                  <a:lnTo>
                    <a:pt x="28956" y="56388"/>
                  </a:lnTo>
                  <a:lnTo>
                    <a:pt x="28956" y="85344"/>
                  </a:lnTo>
                  <a:lnTo>
                    <a:pt x="57912" y="85344"/>
                  </a:lnTo>
                  <a:lnTo>
                    <a:pt x="57912" y="56388"/>
                  </a:lnTo>
                  <a:close/>
                </a:path>
                <a:path w="5355590" h="1009014">
                  <a:moveTo>
                    <a:pt x="86868" y="922020"/>
                  </a:moveTo>
                  <a:lnTo>
                    <a:pt x="0" y="922020"/>
                  </a:lnTo>
                  <a:lnTo>
                    <a:pt x="43434" y="1008888"/>
                  </a:lnTo>
                  <a:lnTo>
                    <a:pt x="79629" y="936498"/>
                  </a:lnTo>
                  <a:lnTo>
                    <a:pt x="85331" y="925068"/>
                  </a:lnTo>
                  <a:lnTo>
                    <a:pt x="86868" y="922020"/>
                  </a:lnTo>
                  <a:close/>
                </a:path>
                <a:path w="5355590" h="1009014">
                  <a:moveTo>
                    <a:pt x="969264" y="810768"/>
                  </a:moveTo>
                  <a:lnTo>
                    <a:pt x="940308" y="810768"/>
                  </a:lnTo>
                  <a:lnTo>
                    <a:pt x="940308" y="839724"/>
                  </a:lnTo>
                  <a:lnTo>
                    <a:pt x="969264" y="839724"/>
                  </a:lnTo>
                  <a:lnTo>
                    <a:pt x="969264" y="810768"/>
                  </a:lnTo>
                  <a:close/>
                </a:path>
                <a:path w="5355590" h="1009014">
                  <a:moveTo>
                    <a:pt x="969264" y="752856"/>
                  </a:moveTo>
                  <a:lnTo>
                    <a:pt x="940308" y="752856"/>
                  </a:lnTo>
                  <a:lnTo>
                    <a:pt x="940308" y="781812"/>
                  </a:lnTo>
                  <a:lnTo>
                    <a:pt x="969264" y="781812"/>
                  </a:lnTo>
                  <a:lnTo>
                    <a:pt x="969264" y="752856"/>
                  </a:lnTo>
                  <a:close/>
                </a:path>
                <a:path w="5355590" h="1009014">
                  <a:moveTo>
                    <a:pt x="969264" y="694944"/>
                  </a:moveTo>
                  <a:lnTo>
                    <a:pt x="940308" y="694944"/>
                  </a:lnTo>
                  <a:lnTo>
                    <a:pt x="940308" y="723900"/>
                  </a:lnTo>
                  <a:lnTo>
                    <a:pt x="969264" y="723900"/>
                  </a:lnTo>
                  <a:lnTo>
                    <a:pt x="969264" y="694944"/>
                  </a:lnTo>
                  <a:close/>
                </a:path>
                <a:path w="5355590" h="1009014">
                  <a:moveTo>
                    <a:pt x="969264" y="637032"/>
                  </a:moveTo>
                  <a:lnTo>
                    <a:pt x="940308" y="637032"/>
                  </a:lnTo>
                  <a:lnTo>
                    <a:pt x="940308" y="665988"/>
                  </a:lnTo>
                  <a:lnTo>
                    <a:pt x="969264" y="665988"/>
                  </a:lnTo>
                  <a:lnTo>
                    <a:pt x="969264" y="637032"/>
                  </a:lnTo>
                  <a:close/>
                </a:path>
                <a:path w="5355590" h="1009014">
                  <a:moveTo>
                    <a:pt x="969264" y="579120"/>
                  </a:moveTo>
                  <a:lnTo>
                    <a:pt x="940308" y="579120"/>
                  </a:lnTo>
                  <a:lnTo>
                    <a:pt x="940308" y="608076"/>
                  </a:lnTo>
                  <a:lnTo>
                    <a:pt x="969264" y="608076"/>
                  </a:lnTo>
                  <a:lnTo>
                    <a:pt x="969264" y="579120"/>
                  </a:lnTo>
                  <a:close/>
                </a:path>
                <a:path w="5355590" h="1009014">
                  <a:moveTo>
                    <a:pt x="969264" y="521208"/>
                  </a:moveTo>
                  <a:lnTo>
                    <a:pt x="940308" y="521208"/>
                  </a:lnTo>
                  <a:lnTo>
                    <a:pt x="940308" y="550164"/>
                  </a:lnTo>
                  <a:lnTo>
                    <a:pt x="969264" y="550164"/>
                  </a:lnTo>
                  <a:lnTo>
                    <a:pt x="969264" y="521208"/>
                  </a:lnTo>
                  <a:close/>
                </a:path>
                <a:path w="5355590" h="1009014">
                  <a:moveTo>
                    <a:pt x="969264" y="463296"/>
                  </a:moveTo>
                  <a:lnTo>
                    <a:pt x="940308" y="463296"/>
                  </a:lnTo>
                  <a:lnTo>
                    <a:pt x="940308" y="492252"/>
                  </a:lnTo>
                  <a:lnTo>
                    <a:pt x="969264" y="492252"/>
                  </a:lnTo>
                  <a:lnTo>
                    <a:pt x="969264" y="463296"/>
                  </a:lnTo>
                  <a:close/>
                </a:path>
                <a:path w="5355590" h="1009014">
                  <a:moveTo>
                    <a:pt x="969264" y="405384"/>
                  </a:moveTo>
                  <a:lnTo>
                    <a:pt x="940308" y="405384"/>
                  </a:lnTo>
                  <a:lnTo>
                    <a:pt x="940308" y="434340"/>
                  </a:lnTo>
                  <a:lnTo>
                    <a:pt x="969264" y="434340"/>
                  </a:lnTo>
                  <a:lnTo>
                    <a:pt x="969264" y="405384"/>
                  </a:lnTo>
                  <a:close/>
                </a:path>
                <a:path w="5355590" h="1009014">
                  <a:moveTo>
                    <a:pt x="969264" y="347472"/>
                  </a:moveTo>
                  <a:lnTo>
                    <a:pt x="940308" y="347472"/>
                  </a:lnTo>
                  <a:lnTo>
                    <a:pt x="940308" y="376428"/>
                  </a:lnTo>
                  <a:lnTo>
                    <a:pt x="969264" y="376428"/>
                  </a:lnTo>
                  <a:lnTo>
                    <a:pt x="969264" y="347472"/>
                  </a:lnTo>
                  <a:close/>
                </a:path>
                <a:path w="5355590" h="1009014">
                  <a:moveTo>
                    <a:pt x="969264" y="289560"/>
                  </a:moveTo>
                  <a:lnTo>
                    <a:pt x="940308" y="289560"/>
                  </a:lnTo>
                  <a:lnTo>
                    <a:pt x="940308" y="318528"/>
                  </a:lnTo>
                  <a:lnTo>
                    <a:pt x="969264" y="318528"/>
                  </a:lnTo>
                  <a:lnTo>
                    <a:pt x="969264" y="289560"/>
                  </a:lnTo>
                  <a:close/>
                </a:path>
                <a:path w="5355590" h="1009014">
                  <a:moveTo>
                    <a:pt x="969264" y="231648"/>
                  </a:moveTo>
                  <a:lnTo>
                    <a:pt x="940308" y="231648"/>
                  </a:lnTo>
                  <a:lnTo>
                    <a:pt x="940308" y="260604"/>
                  </a:lnTo>
                  <a:lnTo>
                    <a:pt x="969264" y="260604"/>
                  </a:lnTo>
                  <a:lnTo>
                    <a:pt x="969264" y="231648"/>
                  </a:lnTo>
                  <a:close/>
                </a:path>
                <a:path w="5355590" h="1009014">
                  <a:moveTo>
                    <a:pt x="969264" y="173736"/>
                  </a:moveTo>
                  <a:lnTo>
                    <a:pt x="940308" y="173736"/>
                  </a:lnTo>
                  <a:lnTo>
                    <a:pt x="940308" y="202692"/>
                  </a:lnTo>
                  <a:lnTo>
                    <a:pt x="969264" y="202692"/>
                  </a:lnTo>
                  <a:lnTo>
                    <a:pt x="969264" y="173736"/>
                  </a:lnTo>
                  <a:close/>
                </a:path>
                <a:path w="5355590" h="1009014">
                  <a:moveTo>
                    <a:pt x="969264" y="115824"/>
                  </a:moveTo>
                  <a:lnTo>
                    <a:pt x="940308" y="115824"/>
                  </a:lnTo>
                  <a:lnTo>
                    <a:pt x="940308" y="144780"/>
                  </a:lnTo>
                  <a:lnTo>
                    <a:pt x="969264" y="144780"/>
                  </a:lnTo>
                  <a:lnTo>
                    <a:pt x="969264" y="115824"/>
                  </a:lnTo>
                  <a:close/>
                </a:path>
                <a:path w="5355590" h="1009014">
                  <a:moveTo>
                    <a:pt x="969264" y="57912"/>
                  </a:moveTo>
                  <a:lnTo>
                    <a:pt x="940308" y="57912"/>
                  </a:lnTo>
                  <a:lnTo>
                    <a:pt x="940308" y="86868"/>
                  </a:lnTo>
                  <a:lnTo>
                    <a:pt x="969264" y="86868"/>
                  </a:lnTo>
                  <a:lnTo>
                    <a:pt x="969264" y="57912"/>
                  </a:lnTo>
                  <a:close/>
                </a:path>
                <a:path w="5355590" h="1009014">
                  <a:moveTo>
                    <a:pt x="969264" y="0"/>
                  </a:moveTo>
                  <a:lnTo>
                    <a:pt x="940308" y="0"/>
                  </a:lnTo>
                  <a:lnTo>
                    <a:pt x="940308" y="28956"/>
                  </a:lnTo>
                  <a:lnTo>
                    <a:pt x="969264" y="28956"/>
                  </a:lnTo>
                  <a:lnTo>
                    <a:pt x="969264" y="0"/>
                  </a:lnTo>
                  <a:close/>
                </a:path>
                <a:path w="5355590" h="1009014">
                  <a:moveTo>
                    <a:pt x="998220" y="864108"/>
                  </a:moveTo>
                  <a:lnTo>
                    <a:pt x="911352" y="864108"/>
                  </a:lnTo>
                  <a:lnTo>
                    <a:pt x="954786" y="950976"/>
                  </a:lnTo>
                  <a:lnTo>
                    <a:pt x="990981" y="878586"/>
                  </a:lnTo>
                  <a:lnTo>
                    <a:pt x="995934" y="868680"/>
                  </a:lnTo>
                  <a:lnTo>
                    <a:pt x="998220" y="864108"/>
                  </a:lnTo>
                  <a:close/>
                </a:path>
                <a:path w="5355590" h="1009014">
                  <a:moveTo>
                    <a:pt x="3118104" y="865632"/>
                  </a:moveTo>
                  <a:lnTo>
                    <a:pt x="3089148" y="865632"/>
                  </a:lnTo>
                  <a:lnTo>
                    <a:pt x="3089148" y="894588"/>
                  </a:lnTo>
                  <a:lnTo>
                    <a:pt x="3118104" y="894588"/>
                  </a:lnTo>
                  <a:lnTo>
                    <a:pt x="3118104" y="865632"/>
                  </a:lnTo>
                  <a:close/>
                </a:path>
                <a:path w="5355590" h="1009014">
                  <a:moveTo>
                    <a:pt x="3118104" y="807720"/>
                  </a:moveTo>
                  <a:lnTo>
                    <a:pt x="3089148" y="807720"/>
                  </a:lnTo>
                  <a:lnTo>
                    <a:pt x="3089148" y="836676"/>
                  </a:lnTo>
                  <a:lnTo>
                    <a:pt x="3118104" y="836676"/>
                  </a:lnTo>
                  <a:lnTo>
                    <a:pt x="3118104" y="807720"/>
                  </a:lnTo>
                  <a:close/>
                </a:path>
                <a:path w="5355590" h="1009014">
                  <a:moveTo>
                    <a:pt x="3118104" y="749808"/>
                  </a:moveTo>
                  <a:lnTo>
                    <a:pt x="3089148" y="749808"/>
                  </a:lnTo>
                  <a:lnTo>
                    <a:pt x="3089148" y="778764"/>
                  </a:lnTo>
                  <a:lnTo>
                    <a:pt x="3118104" y="778764"/>
                  </a:lnTo>
                  <a:lnTo>
                    <a:pt x="3118104" y="749808"/>
                  </a:lnTo>
                  <a:close/>
                </a:path>
                <a:path w="5355590" h="1009014">
                  <a:moveTo>
                    <a:pt x="3118104" y="691896"/>
                  </a:moveTo>
                  <a:lnTo>
                    <a:pt x="3089148" y="691896"/>
                  </a:lnTo>
                  <a:lnTo>
                    <a:pt x="3089148" y="720852"/>
                  </a:lnTo>
                  <a:lnTo>
                    <a:pt x="3118104" y="720852"/>
                  </a:lnTo>
                  <a:lnTo>
                    <a:pt x="3118104" y="691896"/>
                  </a:lnTo>
                  <a:close/>
                </a:path>
                <a:path w="5355590" h="1009014">
                  <a:moveTo>
                    <a:pt x="3118104" y="633984"/>
                  </a:moveTo>
                  <a:lnTo>
                    <a:pt x="3089148" y="633984"/>
                  </a:lnTo>
                  <a:lnTo>
                    <a:pt x="3089148" y="662940"/>
                  </a:lnTo>
                  <a:lnTo>
                    <a:pt x="3118104" y="662940"/>
                  </a:lnTo>
                  <a:lnTo>
                    <a:pt x="3118104" y="633984"/>
                  </a:lnTo>
                  <a:close/>
                </a:path>
                <a:path w="5355590" h="1009014">
                  <a:moveTo>
                    <a:pt x="3118104" y="576072"/>
                  </a:moveTo>
                  <a:lnTo>
                    <a:pt x="3089148" y="576072"/>
                  </a:lnTo>
                  <a:lnTo>
                    <a:pt x="3089148" y="605028"/>
                  </a:lnTo>
                  <a:lnTo>
                    <a:pt x="3118104" y="605028"/>
                  </a:lnTo>
                  <a:lnTo>
                    <a:pt x="3118104" y="576072"/>
                  </a:lnTo>
                  <a:close/>
                </a:path>
                <a:path w="5355590" h="1009014">
                  <a:moveTo>
                    <a:pt x="3118104" y="518160"/>
                  </a:moveTo>
                  <a:lnTo>
                    <a:pt x="3089148" y="518160"/>
                  </a:lnTo>
                  <a:lnTo>
                    <a:pt x="3089148" y="547116"/>
                  </a:lnTo>
                  <a:lnTo>
                    <a:pt x="3118104" y="547116"/>
                  </a:lnTo>
                  <a:lnTo>
                    <a:pt x="3118104" y="518160"/>
                  </a:lnTo>
                  <a:close/>
                </a:path>
                <a:path w="5355590" h="1009014">
                  <a:moveTo>
                    <a:pt x="3118104" y="460248"/>
                  </a:moveTo>
                  <a:lnTo>
                    <a:pt x="3089148" y="460248"/>
                  </a:lnTo>
                  <a:lnTo>
                    <a:pt x="3089148" y="489204"/>
                  </a:lnTo>
                  <a:lnTo>
                    <a:pt x="3118104" y="489204"/>
                  </a:lnTo>
                  <a:lnTo>
                    <a:pt x="3118104" y="460248"/>
                  </a:lnTo>
                  <a:close/>
                </a:path>
                <a:path w="5355590" h="1009014">
                  <a:moveTo>
                    <a:pt x="3118104" y="402336"/>
                  </a:moveTo>
                  <a:lnTo>
                    <a:pt x="3089148" y="402336"/>
                  </a:lnTo>
                  <a:lnTo>
                    <a:pt x="3089148" y="431292"/>
                  </a:lnTo>
                  <a:lnTo>
                    <a:pt x="3118104" y="431292"/>
                  </a:lnTo>
                  <a:lnTo>
                    <a:pt x="3118104" y="402336"/>
                  </a:lnTo>
                  <a:close/>
                </a:path>
                <a:path w="5355590" h="1009014">
                  <a:moveTo>
                    <a:pt x="3118104" y="344424"/>
                  </a:moveTo>
                  <a:lnTo>
                    <a:pt x="3089148" y="344424"/>
                  </a:lnTo>
                  <a:lnTo>
                    <a:pt x="3089148" y="373380"/>
                  </a:lnTo>
                  <a:lnTo>
                    <a:pt x="3118104" y="373380"/>
                  </a:lnTo>
                  <a:lnTo>
                    <a:pt x="3118104" y="344424"/>
                  </a:lnTo>
                  <a:close/>
                </a:path>
                <a:path w="5355590" h="1009014">
                  <a:moveTo>
                    <a:pt x="3118104" y="286512"/>
                  </a:moveTo>
                  <a:lnTo>
                    <a:pt x="3089148" y="286512"/>
                  </a:lnTo>
                  <a:lnTo>
                    <a:pt x="3089148" y="315468"/>
                  </a:lnTo>
                  <a:lnTo>
                    <a:pt x="3118104" y="315468"/>
                  </a:lnTo>
                  <a:lnTo>
                    <a:pt x="3118104" y="286512"/>
                  </a:lnTo>
                  <a:close/>
                </a:path>
                <a:path w="5355590" h="1009014">
                  <a:moveTo>
                    <a:pt x="3118104" y="228600"/>
                  </a:moveTo>
                  <a:lnTo>
                    <a:pt x="3089148" y="228600"/>
                  </a:lnTo>
                  <a:lnTo>
                    <a:pt x="3089148" y="257556"/>
                  </a:lnTo>
                  <a:lnTo>
                    <a:pt x="3118104" y="257556"/>
                  </a:lnTo>
                  <a:lnTo>
                    <a:pt x="3118104" y="228600"/>
                  </a:lnTo>
                  <a:close/>
                </a:path>
                <a:path w="5355590" h="1009014">
                  <a:moveTo>
                    <a:pt x="3118104" y="170688"/>
                  </a:moveTo>
                  <a:lnTo>
                    <a:pt x="3089148" y="170688"/>
                  </a:lnTo>
                  <a:lnTo>
                    <a:pt x="3089148" y="199644"/>
                  </a:lnTo>
                  <a:lnTo>
                    <a:pt x="3118104" y="199644"/>
                  </a:lnTo>
                  <a:lnTo>
                    <a:pt x="3118104" y="170688"/>
                  </a:lnTo>
                  <a:close/>
                </a:path>
                <a:path w="5355590" h="1009014">
                  <a:moveTo>
                    <a:pt x="3118104" y="112776"/>
                  </a:moveTo>
                  <a:lnTo>
                    <a:pt x="3089148" y="112776"/>
                  </a:lnTo>
                  <a:lnTo>
                    <a:pt x="3089148" y="141732"/>
                  </a:lnTo>
                  <a:lnTo>
                    <a:pt x="3118104" y="141732"/>
                  </a:lnTo>
                  <a:lnTo>
                    <a:pt x="3118104" y="112776"/>
                  </a:lnTo>
                  <a:close/>
                </a:path>
                <a:path w="5355590" h="1009014">
                  <a:moveTo>
                    <a:pt x="3118104" y="54864"/>
                  </a:moveTo>
                  <a:lnTo>
                    <a:pt x="3089148" y="54864"/>
                  </a:lnTo>
                  <a:lnTo>
                    <a:pt x="3089148" y="83820"/>
                  </a:lnTo>
                  <a:lnTo>
                    <a:pt x="3118104" y="83820"/>
                  </a:lnTo>
                  <a:lnTo>
                    <a:pt x="3118104" y="54864"/>
                  </a:lnTo>
                  <a:close/>
                </a:path>
                <a:path w="5355590" h="1009014">
                  <a:moveTo>
                    <a:pt x="3147060" y="920496"/>
                  </a:moveTo>
                  <a:lnTo>
                    <a:pt x="3060192" y="920496"/>
                  </a:lnTo>
                  <a:lnTo>
                    <a:pt x="3103626" y="1007364"/>
                  </a:lnTo>
                  <a:lnTo>
                    <a:pt x="3139821" y="934974"/>
                  </a:lnTo>
                  <a:lnTo>
                    <a:pt x="3145536" y="923544"/>
                  </a:lnTo>
                  <a:lnTo>
                    <a:pt x="3147060" y="920496"/>
                  </a:lnTo>
                  <a:close/>
                </a:path>
                <a:path w="5355590" h="1009014">
                  <a:moveTo>
                    <a:pt x="4274820" y="841248"/>
                  </a:moveTo>
                  <a:lnTo>
                    <a:pt x="4245864" y="841248"/>
                  </a:lnTo>
                  <a:lnTo>
                    <a:pt x="4245864" y="870204"/>
                  </a:lnTo>
                  <a:lnTo>
                    <a:pt x="4274820" y="870204"/>
                  </a:lnTo>
                  <a:lnTo>
                    <a:pt x="4274820" y="841248"/>
                  </a:lnTo>
                  <a:close/>
                </a:path>
                <a:path w="5355590" h="1009014">
                  <a:moveTo>
                    <a:pt x="4274820" y="783336"/>
                  </a:moveTo>
                  <a:lnTo>
                    <a:pt x="4245864" y="783336"/>
                  </a:lnTo>
                  <a:lnTo>
                    <a:pt x="4245864" y="812292"/>
                  </a:lnTo>
                  <a:lnTo>
                    <a:pt x="4274820" y="812292"/>
                  </a:lnTo>
                  <a:lnTo>
                    <a:pt x="4274820" y="783336"/>
                  </a:lnTo>
                  <a:close/>
                </a:path>
                <a:path w="5355590" h="1009014">
                  <a:moveTo>
                    <a:pt x="4274820" y="725424"/>
                  </a:moveTo>
                  <a:lnTo>
                    <a:pt x="4245864" y="725424"/>
                  </a:lnTo>
                  <a:lnTo>
                    <a:pt x="4245864" y="754380"/>
                  </a:lnTo>
                  <a:lnTo>
                    <a:pt x="4274820" y="754380"/>
                  </a:lnTo>
                  <a:lnTo>
                    <a:pt x="4274820" y="725424"/>
                  </a:lnTo>
                  <a:close/>
                </a:path>
                <a:path w="5355590" h="1009014">
                  <a:moveTo>
                    <a:pt x="4274820" y="667512"/>
                  </a:moveTo>
                  <a:lnTo>
                    <a:pt x="4245864" y="667512"/>
                  </a:lnTo>
                  <a:lnTo>
                    <a:pt x="4245864" y="696468"/>
                  </a:lnTo>
                  <a:lnTo>
                    <a:pt x="4274820" y="696468"/>
                  </a:lnTo>
                  <a:lnTo>
                    <a:pt x="4274820" y="667512"/>
                  </a:lnTo>
                  <a:close/>
                </a:path>
                <a:path w="5355590" h="1009014">
                  <a:moveTo>
                    <a:pt x="4274820" y="609600"/>
                  </a:moveTo>
                  <a:lnTo>
                    <a:pt x="4245864" y="609600"/>
                  </a:lnTo>
                  <a:lnTo>
                    <a:pt x="4245864" y="638556"/>
                  </a:lnTo>
                  <a:lnTo>
                    <a:pt x="4274820" y="638556"/>
                  </a:lnTo>
                  <a:lnTo>
                    <a:pt x="4274820" y="609600"/>
                  </a:lnTo>
                  <a:close/>
                </a:path>
                <a:path w="5355590" h="1009014">
                  <a:moveTo>
                    <a:pt x="4274820" y="551688"/>
                  </a:moveTo>
                  <a:lnTo>
                    <a:pt x="4245864" y="551688"/>
                  </a:lnTo>
                  <a:lnTo>
                    <a:pt x="4245864" y="580644"/>
                  </a:lnTo>
                  <a:lnTo>
                    <a:pt x="4274820" y="580644"/>
                  </a:lnTo>
                  <a:lnTo>
                    <a:pt x="4274820" y="551688"/>
                  </a:lnTo>
                  <a:close/>
                </a:path>
                <a:path w="5355590" h="1009014">
                  <a:moveTo>
                    <a:pt x="4274820" y="493776"/>
                  </a:moveTo>
                  <a:lnTo>
                    <a:pt x="4245864" y="493776"/>
                  </a:lnTo>
                  <a:lnTo>
                    <a:pt x="4245864" y="522732"/>
                  </a:lnTo>
                  <a:lnTo>
                    <a:pt x="4274820" y="522732"/>
                  </a:lnTo>
                  <a:lnTo>
                    <a:pt x="4274820" y="493776"/>
                  </a:lnTo>
                  <a:close/>
                </a:path>
                <a:path w="5355590" h="1009014">
                  <a:moveTo>
                    <a:pt x="4274820" y="435864"/>
                  </a:moveTo>
                  <a:lnTo>
                    <a:pt x="4245864" y="435864"/>
                  </a:lnTo>
                  <a:lnTo>
                    <a:pt x="4245864" y="464820"/>
                  </a:lnTo>
                  <a:lnTo>
                    <a:pt x="4274820" y="464820"/>
                  </a:lnTo>
                  <a:lnTo>
                    <a:pt x="4274820" y="435864"/>
                  </a:lnTo>
                  <a:close/>
                </a:path>
                <a:path w="5355590" h="1009014">
                  <a:moveTo>
                    <a:pt x="4274820" y="377952"/>
                  </a:moveTo>
                  <a:lnTo>
                    <a:pt x="4245864" y="377952"/>
                  </a:lnTo>
                  <a:lnTo>
                    <a:pt x="4245864" y="406908"/>
                  </a:lnTo>
                  <a:lnTo>
                    <a:pt x="4274820" y="406908"/>
                  </a:lnTo>
                  <a:lnTo>
                    <a:pt x="4274820" y="377952"/>
                  </a:lnTo>
                  <a:close/>
                </a:path>
                <a:path w="5355590" h="1009014">
                  <a:moveTo>
                    <a:pt x="4274820" y="320052"/>
                  </a:moveTo>
                  <a:lnTo>
                    <a:pt x="4245864" y="320052"/>
                  </a:lnTo>
                  <a:lnTo>
                    <a:pt x="4245864" y="348996"/>
                  </a:lnTo>
                  <a:lnTo>
                    <a:pt x="4274820" y="348996"/>
                  </a:lnTo>
                  <a:lnTo>
                    <a:pt x="4274820" y="320052"/>
                  </a:lnTo>
                  <a:close/>
                </a:path>
                <a:path w="5355590" h="1009014">
                  <a:moveTo>
                    <a:pt x="4274820" y="262128"/>
                  </a:moveTo>
                  <a:lnTo>
                    <a:pt x="4245864" y="262128"/>
                  </a:lnTo>
                  <a:lnTo>
                    <a:pt x="4245864" y="291084"/>
                  </a:lnTo>
                  <a:lnTo>
                    <a:pt x="4274820" y="291084"/>
                  </a:lnTo>
                  <a:lnTo>
                    <a:pt x="4274820" y="262128"/>
                  </a:lnTo>
                  <a:close/>
                </a:path>
                <a:path w="5355590" h="1009014">
                  <a:moveTo>
                    <a:pt x="4274820" y="204216"/>
                  </a:moveTo>
                  <a:lnTo>
                    <a:pt x="4245864" y="204216"/>
                  </a:lnTo>
                  <a:lnTo>
                    <a:pt x="4245864" y="233172"/>
                  </a:lnTo>
                  <a:lnTo>
                    <a:pt x="4274820" y="233172"/>
                  </a:lnTo>
                  <a:lnTo>
                    <a:pt x="4274820" y="204216"/>
                  </a:lnTo>
                  <a:close/>
                </a:path>
                <a:path w="5355590" h="1009014">
                  <a:moveTo>
                    <a:pt x="4274820" y="146304"/>
                  </a:moveTo>
                  <a:lnTo>
                    <a:pt x="4245864" y="146304"/>
                  </a:lnTo>
                  <a:lnTo>
                    <a:pt x="4245864" y="175260"/>
                  </a:lnTo>
                  <a:lnTo>
                    <a:pt x="4274820" y="175260"/>
                  </a:lnTo>
                  <a:lnTo>
                    <a:pt x="4274820" y="146304"/>
                  </a:lnTo>
                  <a:close/>
                </a:path>
                <a:path w="5355590" h="1009014">
                  <a:moveTo>
                    <a:pt x="4274820" y="88392"/>
                  </a:moveTo>
                  <a:lnTo>
                    <a:pt x="4245864" y="88392"/>
                  </a:lnTo>
                  <a:lnTo>
                    <a:pt x="4245864" y="117348"/>
                  </a:lnTo>
                  <a:lnTo>
                    <a:pt x="4274820" y="117348"/>
                  </a:lnTo>
                  <a:lnTo>
                    <a:pt x="4274820" y="88392"/>
                  </a:lnTo>
                  <a:close/>
                </a:path>
                <a:path w="5355590" h="1009014">
                  <a:moveTo>
                    <a:pt x="4274820" y="30480"/>
                  </a:moveTo>
                  <a:lnTo>
                    <a:pt x="4245864" y="30480"/>
                  </a:lnTo>
                  <a:lnTo>
                    <a:pt x="4245864" y="59436"/>
                  </a:lnTo>
                  <a:lnTo>
                    <a:pt x="4274820" y="59436"/>
                  </a:lnTo>
                  <a:lnTo>
                    <a:pt x="4274820" y="30480"/>
                  </a:lnTo>
                  <a:close/>
                </a:path>
                <a:path w="5355590" h="1009014">
                  <a:moveTo>
                    <a:pt x="4303776" y="896112"/>
                  </a:moveTo>
                  <a:lnTo>
                    <a:pt x="4216908" y="896112"/>
                  </a:lnTo>
                  <a:lnTo>
                    <a:pt x="4260342" y="982980"/>
                  </a:lnTo>
                  <a:lnTo>
                    <a:pt x="4296537" y="910590"/>
                  </a:lnTo>
                  <a:lnTo>
                    <a:pt x="4302239" y="899160"/>
                  </a:lnTo>
                  <a:lnTo>
                    <a:pt x="4303776" y="896112"/>
                  </a:lnTo>
                  <a:close/>
                </a:path>
                <a:path w="5355590" h="1009014">
                  <a:moveTo>
                    <a:pt x="5173980" y="810768"/>
                  </a:moveTo>
                  <a:lnTo>
                    <a:pt x="5145024" y="810768"/>
                  </a:lnTo>
                  <a:lnTo>
                    <a:pt x="5145024" y="839724"/>
                  </a:lnTo>
                  <a:lnTo>
                    <a:pt x="5173980" y="839724"/>
                  </a:lnTo>
                  <a:lnTo>
                    <a:pt x="5173980" y="810768"/>
                  </a:lnTo>
                  <a:close/>
                </a:path>
                <a:path w="5355590" h="1009014">
                  <a:moveTo>
                    <a:pt x="5173980" y="752856"/>
                  </a:moveTo>
                  <a:lnTo>
                    <a:pt x="5145024" y="752856"/>
                  </a:lnTo>
                  <a:lnTo>
                    <a:pt x="5145024" y="781812"/>
                  </a:lnTo>
                  <a:lnTo>
                    <a:pt x="5173980" y="781812"/>
                  </a:lnTo>
                  <a:lnTo>
                    <a:pt x="5173980" y="752856"/>
                  </a:lnTo>
                  <a:close/>
                </a:path>
                <a:path w="5355590" h="1009014">
                  <a:moveTo>
                    <a:pt x="5173980" y="694944"/>
                  </a:moveTo>
                  <a:lnTo>
                    <a:pt x="5145024" y="694944"/>
                  </a:lnTo>
                  <a:lnTo>
                    <a:pt x="5145024" y="723900"/>
                  </a:lnTo>
                  <a:lnTo>
                    <a:pt x="5173980" y="723900"/>
                  </a:lnTo>
                  <a:lnTo>
                    <a:pt x="5173980" y="694944"/>
                  </a:lnTo>
                  <a:close/>
                </a:path>
                <a:path w="5355590" h="1009014">
                  <a:moveTo>
                    <a:pt x="5173980" y="637032"/>
                  </a:moveTo>
                  <a:lnTo>
                    <a:pt x="5145024" y="637032"/>
                  </a:lnTo>
                  <a:lnTo>
                    <a:pt x="5145024" y="665988"/>
                  </a:lnTo>
                  <a:lnTo>
                    <a:pt x="5173980" y="665988"/>
                  </a:lnTo>
                  <a:lnTo>
                    <a:pt x="5173980" y="637032"/>
                  </a:lnTo>
                  <a:close/>
                </a:path>
                <a:path w="5355590" h="1009014">
                  <a:moveTo>
                    <a:pt x="5173980" y="579120"/>
                  </a:moveTo>
                  <a:lnTo>
                    <a:pt x="5145024" y="579120"/>
                  </a:lnTo>
                  <a:lnTo>
                    <a:pt x="5145024" y="608076"/>
                  </a:lnTo>
                  <a:lnTo>
                    <a:pt x="5173980" y="608076"/>
                  </a:lnTo>
                  <a:lnTo>
                    <a:pt x="5173980" y="579120"/>
                  </a:lnTo>
                  <a:close/>
                </a:path>
                <a:path w="5355590" h="1009014">
                  <a:moveTo>
                    <a:pt x="5173980" y="521208"/>
                  </a:moveTo>
                  <a:lnTo>
                    <a:pt x="5145024" y="521208"/>
                  </a:lnTo>
                  <a:lnTo>
                    <a:pt x="5145024" y="550164"/>
                  </a:lnTo>
                  <a:lnTo>
                    <a:pt x="5173980" y="550164"/>
                  </a:lnTo>
                  <a:lnTo>
                    <a:pt x="5173980" y="521208"/>
                  </a:lnTo>
                  <a:close/>
                </a:path>
                <a:path w="5355590" h="1009014">
                  <a:moveTo>
                    <a:pt x="5173980" y="463296"/>
                  </a:moveTo>
                  <a:lnTo>
                    <a:pt x="5145024" y="463296"/>
                  </a:lnTo>
                  <a:lnTo>
                    <a:pt x="5145024" y="492252"/>
                  </a:lnTo>
                  <a:lnTo>
                    <a:pt x="5173980" y="492252"/>
                  </a:lnTo>
                  <a:lnTo>
                    <a:pt x="5173980" y="463296"/>
                  </a:lnTo>
                  <a:close/>
                </a:path>
                <a:path w="5355590" h="1009014">
                  <a:moveTo>
                    <a:pt x="5173980" y="405384"/>
                  </a:moveTo>
                  <a:lnTo>
                    <a:pt x="5145024" y="405384"/>
                  </a:lnTo>
                  <a:lnTo>
                    <a:pt x="5145024" y="434340"/>
                  </a:lnTo>
                  <a:lnTo>
                    <a:pt x="5173980" y="434340"/>
                  </a:lnTo>
                  <a:lnTo>
                    <a:pt x="5173980" y="405384"/>
                  </a:lnTo>
                  <a:close/>
                </a:path>
                <a:path w="5355590" h="1009014">
                  <a:moveTo>
                    <a:pt x="5173980" y="347472"/>
                  </a:moveTo>
                  <a:lnTo>
                    <a:pt x="5145024" y="347472"/>
                  </a:lnTo>
                  <a:lnTo>
                    <a:pt x="5145024" y="376428"/>
                  </a:lnTo>
                  <a:lnTo>
                    <a:pt x="5173980" y="376428"/>
                  </a:lnTo>
                  <a:lnTo>
                    <a:pt x="5173980" y="347472"/>
                  </a:lnTo>
                  <a:close/>
                </a:path>
                <a:path w="5355590" h="1009014">
                  <a:moveTo>
                    <a:pt x="5173980" y="289560"/>
                  </a:moveTo>
                  <a:lnTo>
                    <a:pt x="5145024" y="289560"/>
                  </a:lnTo>
                  <a:lnTo>
                    <a:pt x="5145024" y="318528"/>
                  </a:lnTo>
                  <a:lnTo>
                    <a:pt x="5173980" y="318528"/>
                  </a:lnTo>
                  <a:lnTo>
                    <a:pt x="5173980" y="289560"/>
                  </a:lnTo>
                  <a:close/>
                </a:path>
                <a:path w="5355590" h="1009014">
                  <a:moveTo>
                    <a:pt x="5173980" y="231648"/>
                  </a:moveTo>
                  <a:lnTo>
                    <a:pt x="5145024" y="231648"/>
                  </a:lnTo>
                  <a:lnTo>
                    <a:pt x="5145024" y="260604"/>
                  </a:lnTo>
                  <a:lnTo>
                    <a:pt x="5173980" y="260604"/>
                  </a:lnTo>
                  <a:lnTo>
                    <a:pt x="5173980" y="231648"/>
                  </a:lnTo>
                  <a:close/>
                </a:path>
                <a:path w="5355590" h="1009014">
                  <a:moveTo>
                    <a:pt x="5173980" y="173736"/>
                  </a:moveTo>
                  <a:lnTo>
                    <a:pt x="5145024" y="173736"/>
                  </a:lnTo>
                  <a:lnTo>
                    <a:pt x="5145024" y="202692"/>
                  </a:lnTo>
                  <a:lnTo>
                    <a:pt x="5173980" y="202692"/>
                  </a:lnTo>
                  <a:lnTo>
                    <a:pt x="5173980" y="173736"/>
                  </a:lnTo>
                  <a:close/>
                </a:path>
                <a:path w="5355590" h="1009014">
                  <a:moveTo>
                    <a:pt x="5173980" y="115824"/>
                  </a:moveTo>
                  <a:lnTo>
                    <a:pt x="5145024" y="115824"/>
                  </a:lnTo>
                  <a:lnTo>
                    <a:pt x="5145024" y="144780"/>
                  </a:lnTo>
                  <a:lnTo>
                    <a:pt x="5173980" y="144780"/>
                  </a:lnTo>
                  <a:lnTo>
                    <a:pt x="5173980" y="115824"/>
                  </a:lnTo>
                  <a:close/>
                </a:path>
                <a:path w="5355590" h="1009014">
                  <a:moveTo>
                    <a:pt x="5173980" y="57912"/>
                  </a:moveTo>
                  <a:lnTo>
                    <a:pt x="5145024" y="57912"/>
                  </a:lnTo>
                  <a:lnTo>
                    <a:pt x="5145024" y="86868"/>
                  </a:lnTo>
                  <a:lnTo>
                    <a:pt x="5173980" y="86868"/>
                  </a:lnTo>
                  <a:lnTo>
                    <a:pt x="5173980" y="57912"/>
                  </a:lnTo>
                  <a:close/>
                </a:path>
                <a:path w="5355590" h="1009014">
                  <a:moveTo>
                    <a:pt x="5173980" y="0"/>
                  </a:moveTo>
                  <a:lnTo>
                    <a:pt x="5145024" y="0"/>
                  </a:lnTo>
                  <a:lnTo>
                    <a:pt x="5145024" y="28956"/>
                  </a:lnTo>
                  <a:lnTo>
                    <a:pt x="5173980" y="28956"/>
                  </a:lnTo>
                  <a:lnTo>
                    <a:pt x="5173980" y="0"/>
                  </a:lnTo>
                  <a:close/>
                </a:path>
                <a:path w="5355590" h="1009014">
                  <a:moveTo>
                    <a:pt x="5202936" y="864108"/>
                  </a:moveTo>
                  <a:lnTo>
                    <a:pt x="5116068" y="864108"/>
                  </a:lnTo>
                  <a:lnTo>
                    <a:pt x="5159502" y="950976"/>
                  </a:lnTo>
                  <a:lnTo>
                    <a:pt x="5195697" y="878586"/>
                  </a:lnTo>
                  <a:lnTo>
                    <a:pt x="5200650" y="868680"/>
                  </a:lnTo>
                  <a:lnTo>
                    <a:pt x="5202936" y="864108"/>
                  </a:lnTo>
                  <a:close/>
                </a:path>
                <a:path w="5355590" h="1009014">
                  <a:moveTo>
                    <a:pt x="5326380" y="810768"/>
                  </a:moveTo>
                  <a:lnTo>
                    <a:pt x="5297424" y="810768"/>
                  </a:lnTo>
                  <a:lnTo>
                    <a:pt x="5297424" y="839724"/>
                  </a:lnTo>
                  <a:lnTo>
                    <a:pt x="5326380" y="839724"/>
                  </a:lnTo>
                  <a:lnTo>
                    <a:pt x="5326380" y="810768"/>
                  </a:lnTo>
                  <a:close/>
                </a:path>
                <a:path w="5355590" h="1009014">
                  <a:moveTo>
                    <a:pt x="5326380" y="752856"/>
                  </a:moveTo>
                  <a:lnTo>
                    <a:pt x="5297424" y="752856"/>
                  </a:lnTo>
                  <a:lnTo>
                    <a:pt x="5297424" y="781812"/>
                  </a:lnTo>
                  <a:lnTo>
                    <a:pt x="5326380" y="781812"/>
                  </a:lnTo>
                  <a:lnTo>
                    <a:pt x="5326380" y="752856"/>
                  </a:lnTo>
                  <a:close/>
                </a:path>
                <a:path w="5355590" h="1009014">
                  <a:moveTo>
                    <a:pt x="5326380" y="694944"/>
                  </a:moveTo>
                  <a:lnTo>
                    <a:pt x="5297424" y="694944"/>
                  </a:lnTo>
                  <a:lnTo>
                    <a:pt x="5297424" y="723900"/>
                  </a:lnTo>
                  <a:lnTo>
                    <a:pt x="5326380" y="723900"/>
                  </a:lnTo>
                  <a:lnTo>
                    <a:pt x="5326380" y="694944"/>
                  </a:lnTo>
                  <a:close/>
                </a:path>
                <a:path w="5355590" h="1009014">
                  <a:moveTo>
                    <a:pt x="5326380" y="637032"/>
                  </a:moveTo>
                  <a:lnTo>
                    <a:pt x="5297424" y="637032"/>
                  </a:lnTo>
                  <a:lnTo>
                    <a:pt x="5297424" y="665988"/>
                  </a:lnTo>
                  <a:lnTo>
                    <a:pt x="5326380" y="665988"/>
                  </a:lnTo>
                  <a:lnTo>
                    <a:pt x="5326380" y="637032"/>
                  </a:lnTo>
                  <a:close/>
                </a:path>
                <a:path w="5355590" h="1009014">
                  <a:moveTo>
                    <a:pt x="5326380" y="579120"/>
                  </a:moveTo>
                  <a:lnTo>
                    <a:pt x="5297424" y="579120"/>
                  </a:lnTo>
                  <a:lnTo>
                    <a:pt x="5297424" y="608076"/>
                  </a:lnTo>
                  <a:lnTo>
                    <a:pt x="5326380" y="608076"/>
                  </a:lnTo>
                  <a:lnTo>
                    <a:pt x="5326380" y="579120"/>
                  </a:lnTo>
                  <a:close/>
                </a:path>
                <a:path w="5355590" h="1009014">
                  <a:moveTo>
                    <a:pt x="5326380" y="521208"/>
                  </a:moveTo>
                  <a:lnTo>
                    <a:pt x="5297424" y="521208"/>
                  </a:lnTo>
                  <a:lnTo>
                    <a:pt x="5297424" y="550164"/>
                  </a:lnTo>
                  <a:lnTo>
                    <a:pt x="5326380" y="550164"/>
                  </a:lnTo>
                  <a:lnTo>
                    <a:pt x="5326380" y="521208"/>
                  </a:lnTo>
                  <a:close/>
                </a:path>
                <a:path w="5355590" h="1009014">
                  <a:moveTo>
                    <a:pt x="5326380" y="463296"/>
                  </a:moveTo>
                  <a:lnTo>
                    <a:pt x="5297424" y="463296"/>
                  </a:lnTo>
                  <a:lnTo>
                    <a:pt x="5297424" y="492252"/>
                  </a:lnTo>
                  <a:lnTo>
                    <a:pt x="5326380" y="492252"/>
                  </a:lnTo>
                  <a:lnTo>
                    <a:pt x="5326380" y="463296"/>
                  </a:lnTo>
                  <a:close/>
                </a:path>
                <a:path w="5355590" h="1009014">
                  <a:moveTo>
                    <a:pt x="5326380" y="405384"/>
                  </a:moveTo>
                  <a:lnTo>
                    <a:pt x="5297424" y="405384"/>
                  </a:lnTo>
                  <a:lnTo>
                    <a:pt x="5297424" y="434340"/>
                  </a:lnTo>
                  <a:lnTo>
                    <a:pt x="5326380" y="434340"/>
                  </a:lnTo>
                  <a:lnTo>
                    <a:pt x="5326380" y="405384"/>
                  </a:lnTo>
                  <a:close/>
                </a:path>
                <a:path w="5355590" h="1009014">
                  <a:moveTo>
                    <a:pt x="5326380" y="347472"/>
                  </a:moveTo>
                  <a:lnTo>
                    <a:pt x="5297424" y="347472"/>
                  </a:lnTo>
                  <a:lnTo>
                    <a:pt x="5297424" y="376428"/>
                  </a:lnTo>
                  <a:lnTo>
                    <a:pt x="5326380" y="376428"/>
                  </a:lnTo>
                  <a:lnTo>
                    <a:pt x="5326380" y="347472"/>
                  </a:lnTo>
                  <a:close/>
                </a:path>
                <a:path w="5355590" h="1009014">
                  <a:moveTo>
                    <a:pt x="5326380" y="289560"/>
                  </a:moveTo>
                  <a:lnTo>
                    <a:pt x="5297424" y="289560"/>
                  </a:lnTo>
                  <a:lnTo>
                    <a:pt x="5297424" y="318528"/>
                  </a:lnTo>
                  <a:lnTo>
                    <a:pt x="5326380" y="318528"/>
                  </a:lnTo>
                  <a:lnTo>
                    <a:pt x="5326380" y="289560"/>
                  </a:lnTo>
                  <a:close/>
                </a:path>
                <a:path w="5355590" h="1009014">
                  <a:moveTo>
                    <a:pt x="5326380" y="231648"/>
                  </a:moveTo>
                  <a:lnTo>
                    <a:pt x="5297424" y="231648"/>
                  </a:lnTo>
                  <a:lnTo>
                    <a:pt x="5297424" y="260604"/>
                  </a:lnTo>
                  <a:lnTo>
                    <a:pt x="5326380" y="260604"/>
                  </a:lnTo>
                  <a:lnTo>
                    <a:pt x="5326380" y="231648"/>
                  </a:lnTo>
                  <a:close/>
                </a:path>
                <a:path w="5355590" h="1009014">
                  <a:moveTo>
                    <a:pt x="5326380" y="173736"/>
                  </a:moveTo>
                  <a:lnTo>
                    <a:pt x="5297424" y="173736"/>
                  </a:lnTo>
                  <a:lnTo>
                    <a:pt x="5297424" y="202692"/>
                  </a:lnTo>
                  <a:lnTo>
                    <a:pt x="5326380" y="202692"/>
                  </a:lnTo>
                  <a:lnTo>
                    <a:pt x="5326380" y="173736"/>
                  </a:lnTo>
                  <a:close/>
                </a:path>
                <a:path w="5355590" h="1009014">
                  <a:moveTo>
                    <a:pt x="5326380" y="115824"/>
                  </a:moveTo>
                  <a:lnTo>
                    <a:pt x="5297424" y="115824"/>
                  </a:lnTo>
                  <a:lnTo>
                    <a:pt x="5297424" y="144780"/>
                  </a:lnTo>
                  <a:lnTo>
                    <a:pt x="5326380" y="144780"/>
                  </a:lnTo>
                  <a:lnTo>
                    <a:pt x="5326380" y="115824"/>
                  </a:lnTo>
                  <a:close/>
                </a:path>
                <a:path w="5355590" h="1009014">
                  <a:moveTo>
                    <a:pt x="5326380" y="57912"/>
                  </a:moveTo>
                  <a:lnTo>
                    <a:pt x="5297424" y="57912"/>
                  </a:lnTo>
                  <a:lnTo>
                    <a:pt x="5297424" y="86868"/>
                  </a:lnTo>
                  <a:lnTo>
                    <a:pt x="5326380" y="86868"/>
                  </a:lnTo>
                  <a:lnTo>
                    <a:pt x="5326380" y="57912"/>
                  </a:lnTo>
                  <a:close/>
                </a:path>
                <a:path w="5355590" h="1009014">
                  <a:moveTo>
                    <a:pt x="5326380" y="0"/>
                  </a:moveTo>
                  <a:lnTo>
                    <a:pt x="5297424" y="0"/>
                  </a:lnTo>
                  <a:lnTo>
                    <a:pt x="5297424" y="28956"/>
                  </a:lnTo>
                  <a:lnTo>
                    <a:pt x="5326380" y="28956"/>
                  </a:lnTo>
                  <a:lnTo>
                    <a:pt x="5326380" y="0"/>
                  </a:lnTo>
                  <a:close/>
                </a:path>
                <a:path w="5355590" h="1009014">
                  <a:moveTo>
                    <a:pt x="5355336" y="864108"/>
                  </a:moveTo>
                  <a:lnTo>
                    <a:pt x="5268468" y="864108"/>
                  </a:lnTo>
                  <a:lnTo>
                    <a:pt x="5311902" y="950976"/>
                  </a:lnTo>
                  <a:lnTo>
                    <a:pt x="5348097" y="878586"/>
                  </a:lnTo>
                  <a:lnTo>
                    <a:pt x="5353050" y="868680"/>
                  </a:lnTo>
                  <a:lnTo>
                    <a:pt x="5355336" y="86410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5743193" y="4260341"/>
              <a:ext cx="266700" cy="294640"/>
            </a:xfrm>
            <a:custGeom>
              <a:avLst/>
              <a:gdLst/>
              <a:ahLst/>
              <a:cxnLst/>
              <a:rect l="l" t="t" r="r" b="b"/>
              <a:pathLst>
                <a:path w="266700" h="294639">
                  <a:moveTo>
                    <a:pt x="133350" y="0"/>
                  </a:moveTo>
                  <a:lnTo>
                    <a:pt x="91196" y="7491"/>
                  </a:lnTo>
                  <a:lnTo>
                    <a:pt x="54589" y="28358"/>
                  </a:lnTo>
                  <a:lnTo>
                    <a:pt x="25725" y="60185"/>
                  </a:lnTo>
                  <a:lnTo>
                    <a:pt x="6797" y="100559"/>
                  </a:lnTo>
                  <a:lnTo>
                    <a:pt x="0" y="147065"/>
                  </a:lnTo>
                  <a:lnTo>
                    <a:pt x="6797" y="193572"/>
                  </a:lnTo>
                  <a:lnTo>
                    <a:pt x="25725" y="233946"/>
                  </a:lnTo>
                  <a:lnTo>
                    <a:pt x="54589" y="265773"/>
                  </a:lnTo>
                  <a:lnTo>
                    <a:pt x="91196" y="286640"/>
                  </a:lnTo>
                  <a:lnTo>
                    <a:pt x="133350" y="294131"/>
                  </a:lnTo>
                  <a:lnTo>
                    <a:pt x="175503" y="286640"/>
                  </a:lnTo>
                  <a:lnTo>
                    <a:pt x="212110" y="265773"/>
                  </a:lnTo>
                  <a:lnTo>
                    <a:pt x="240974" y="233946"/>
                  </a:lnTo>
                  <a:lnTo>
                    <a:pt x="247232" y="220598"/>
                  </a:lnTo>
                  <a:lnTo>
                    <a:pt x="133350" y="220598"/>
                  </a:lnTo>
                  <a:lnTo>
                    <a:pt x="107394" y="214824"/>
                  </a:lnTo>
                  <a:lnTo>
                    <a:pt x="86201" y="199072"/>
                  </a:lnTo>
                  <a:lnTo>
                    <a:pt x="71913" y="175700"/>
                  </a:lnTo>
                  <a:lnTo>
                    <a:pt x="66675" y="147065"/>
                  </a:lnTo>
                  <a:lnTo>
                    <a:pt x="71913" y="118431"/>
                  </a:lnTo>
                  <a:lnTo>
                    <a:pt x="86201" y="95059"/>
                  </a:lnTo>
                  <a:lnTo>
                    <a:pt x="107394" y="79307"/>
                  </a:lnTo>
                  <a:lnTo>
                    <a:pt x="133350" y="73532"/>
                  </a:lnTo>
                  <a:lnTo>
                    <a:pt x="247232" y="73532"/>
                  </a:lnTo>
                  <a:lnTo>
                    <a:pt x="240974" y="60185"/>
                  </a:lnTo>
                  <a:lnTo>
                    <a:pt x="212110" y="28358"/>
                  </a:lnTo>
                  <a:lnTo>
                    <a:pt x="175503" y="7491"/>
                  </a:lnTo>
                  <a:lnTo>
                    <a:pt x="133350" y="0"/>
                  </a:lnTo>
                  <a:close/>
                </a:path>
                <a:path w="266700" h="294639">
                  <a:moveTo>
                    <a:pt x="247232" y="73532"/>
                  </a:moveTo>
                  <a:lnTo>
                    <a:pt x="133350" y="73532"/>
                  </a:lnTo>
                  <a:lnTo>
                    <a:pt x="159305" y="79307"/>
                  </a:lnTo>
                  <a:lnTo>
                    <a:pt x="180498" y="95059"/>
                  </a:lnTo>
                  <a:lnTo>
                    <a:pt x="194786" y="118431"/>
                  </a:lnTo>
                  <a:lnTo>
                    <a:pt x="200025" y="147065"/>
                  </a:lnTo>
                  <a:lnTo>
                    <a:pt x="194786" y="175700"/>
                  </a:lnTo>
                  <a:lnTo>
                    <a:pt x="180498" y="199072"/>
                  </a:lnTo>
                  <a:lnTo>
                    <a:pt x="159305" y="214824"/>
                  </a:lnTo>
                  <a:lnTo>
                    <a:pt x="133350" y="220598"/>
                  </a:lnTo>
                  <a:lnTo>
                    <a:pt x="247232" y="220598"/>
                  </a:lnTo>
                  <a:lnTo>
                    <a:pt x="259902" y="193572"/>
                  </a:lnTo>
                  <a:lnTo>
                    <a:pt x="266700" y="147065"/>
                  </a:lnTo>
                  <a:lnTo>
                    <a:pt x="259902" y="100559"/>
                  </a:lnTo>
                  <a:lnTo>
                    <a:pt x="247232" y="73532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5743193" y="4260341"/>
              <a:ext cx="266700" cy="294640"/>
            </a:xfrm>
            <a:custGeom>
              <a:avLst/>
              <a:gdLst/>
              <a:ahLst/>
              <a:cxnLst/>
              <a:rect l="l" t="t" r="r" b="b"/>
              <a:pathLst>
                <a:path w="266700" h="294639">
                  <a:moveTo>
                    <a:pt x="0" y="147065"/>
                  </a:moveTo>
                  <a:lnTo>
                    <a:pt x="6797" y="100559"/>
                  </a:lnTo>
                  <a:lnTo>
                    <a:pt x="25725" y="60185"/>
                  </a:lnTo>
                  <a:lnTo>
                    <a:pt x="54589" y="28358"/>
                  </a:lnTo>
                  <a:lnTo>
                    <a:pt x="91196" y="7491"/>
                  </a:lnTo>
                  <a:lnTo>
                    <a:pt x="133350" y="0"/>
                  </a:lnTo>
                  <a:lnTo>
                    <a:pt x="175503" y="7491"/>
                  </a:lnTo>
                  <a:lnTo>
                    <a:pt x="212110" y="28358"/>
                  </a:lnTo>
                  <a:lnTo>
                    <a:pt x="240974" y="60185"/>
                  </a:lnTo>
                  <a:lnTo>
                    <a:pt x="259902" y="100559"/>
                  </a:lnTo>
                  <a:lnTo>
                    <a:pt x="266700" y="147065"/>
                  </a:lnTo>
                  <a:lnTo>
                    <a:pt x="259902" y="193572"/>
                  </a:lnTo>
                  <a:lnTo>
                    <a:pt x="240974" y="233946"/>
                  </a:lnTo>
                  <a:lnTo>
                    <a:pt x="212110" y="265773"/>
                  </a:lnTo>
                  <a:lnTo>
                    <a:pt x="175503" y="286640"/>
                  </a:lnTo>
                  <a:lnTo>
                    <a:pt x="133350" y="294131"/>
                  </a:lnTo>
                  <a:lnTo>
                    <a:pt x="91196" y="286640"/>
                  </a:lnTo>
                  <a:lnTo>
                    <a:pt x="54589" y="265773"/>
                  </a:lnTo>
                  <a:lnTo>
                    <a:pt x="25725" y="233946"/>
                  </a:lnTo>
                  <a:lnTo>
                    <a:pt x="6797" y="193572"/>
                  </a:lnTo>
                  <a:lnTo>
                    <a:pt x="0" y="147065"/>
                  </a:lnTo>
                  <a:close/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795391" y="4319397"/>
              <a:ext cx="162305" cy="176021"/>
            </a:xfrm>
            <a:prstGeom prst="rect">
              <a:avLst/>
            </a:prstGeom>
          </p:spPr>
        </p:pic>
        <p:sp>
          <p:nvSpPr>
            <p:cNvPr id="36" name="object 36" descr=""/>
            <p:cNvSpPr/>
            <p:nvPr/>
          </p:nvSpPr>
          <p:spPr>
            <a:xfrm>
              <a:off x="5945886" y="4260341"/>
              <a:ext cx="266700" cy="294640"/>
            </a:xfrm>
            <a:custGeom>
              <a:avLst/>
              <a:gdLst/>
              <a:ahLst/>
              <a:cxnLst/>
              <a:rect l="l" t="t" r="r" b="b"/>
              <a:pathLst>
                <a:path w="266700" h="294639">
                  <a:moveTo>
                    <a:pt x="133350" y="0"/>
                  </a:moveTo>
                  <a:lnTo>
                    <a:pt x="91196" y="7491"/>
                  </a:lnTo>
                  <a:lnTo>
                    <a:pt x="54589" y="28358"/>
                  </a:lnTo>
                  <a:lnTo>
                    <a:pt x="25725" y="60185"/>
                  </a:lnTo>
                  <a:lnTo>
                    <a:pt x="6797" y="100559"/>
                  </a:lnTo>
                  <a:lnTo>
                    <a:pt x="0" y="147065"/>
                  </a:lnTo>
                  <a:lnTo>
                    <a:pt x="6797" y="193572"/>
                  </a:lnTo>
                  <a:lnTo>
                    <a:pt x="25725" y="233946"/>
                  </a:lnTo>
                  <a:lnTo>
                    <a:pt x="54589" y="265773"/>
                  </a:lnTo>
                  <a:lnTo>
                    <a:pt x="91196" y="286640"/>
                  </a:lnTo>
                  <a:lnTo>
                    <a:pt x="133350" y="294131"/>
                  </a:lnTo>
                  <a:lnTo>
                    <a:pt x="175503" y="286640"/>
                  </a:lnTo>
                  <a:lnTo>
                    <a:pt x="212110" y="265773"/>
                  </a:lnTo>
                  <a:lnTo>
                    <a:pt x="240974" y="233946"/>
                  </a:lnTo>
                  <a:lnTo>
                    <a:pt x="247232" y="220598"/>
                  </a:lnTo>
                  <a:lnTo>
                    <a:pt x="133350" y="220598"/>
                  </a:lnTo>
                  <a:lnTo>
                    <a:pt x="107394" y="214824"/>
                  </a:lnTo>
                  <a:lnTo>
                    <a:pt x="86201" y="199072"/>
                  </a:lnTo>
                  <a:lnTo>
                    <a:pt x="71913" y="175700"/>
                  </a:lnTo>
                  <a:lnTo>
                    <a:pt x="66675" y="147065"/>
                  </a:lnTo>
                  <a:lnTo>
                    <a:pt x="71913" y="118431"/>
                  </a:lnTo>
                  <a:lnTo>
                    <a:pt x="86201" y="95059"/>
                  </a:lnTo>
                  <a:lnTo>
                    <a:pt x="107394" y="79307"/>
                  </a:lnTo>
                  <a:lnTo>
                    <a:pt x="133350" y="73532"/>
                  </a:lnTo>
                  <a:lnTo>
                    <a:pt x="247232" y="73532"/>
                  </a:lnTo>
                  <a:lnTo>
                    <a:pt x="240974" y="60185"/>
                  </a:lnTo>
                  <a:lnTo>
                    <a:pt x="212110" y="28358"/>
                  </a:lnTo>
                  <a:lnTo>
                    <a:pt x="175503" y="7491"/>
                  </a:lnTo>
                  <a:lnTo>
                    <a:pt x="133350" y="0"/>
                  </a:lnTo>
                  <a:close/>
                </a:path>
                <a:path w="266700" h="294639">
                  <a:moveTo>
                    <a:pt x="247232" y="73532"/>
                  </a:moveTo>
                  <a:lnTo>
                    <a:pt x="133350" y="73532"/>
                  </a:lnTo>
                  <a:lnTo>
                    <a:pt x="159305" y="79307"/>
                  </a:lnTo>
                  <a:lnTo>
                    <a:pt x="180498" y="95059"/>
                  </a:lnTo>
                  <a:lnTo>
                    <a:pt x="194786" y="118431"/>
                  </a:lnTo>
                  <a:lnTo>
                    <a:pt x="200025" y="147065"/>
                  </a:lnTo>
                  <a:lnTo>
                    <a:pt x="194786" y="175700"/>
                  </a:lnTo>
                  <a:lnTo>
                    <a:pt x="180498" y="199072"/>
                  </a:lnTo>
                  <a:lnTo>
                    <a:pt x="159305" y="214824"/>
                  </a:lnTo>
                  <a:lnTo>
                    <a:pt x="133350" y="220598"/>
                  </a:lnTo>
                  <a:lnTo>
                    <a:pt x="247232" y="220598"/>
                  </a:lnTo>
                  <a:lnTo>
                    <a:pt x="259902" y="193572"/>
                  </a:lnTo>
                  <a:lnTo>
                    <a:pt x="266700" y="147065"/>
                  </a:lnTo>
                  <a:lnTo>
                    <a:pt x="259902" y="100559"/>
                  </a:lnTo>
                  <a:lnTo>
                    <a:pt x="247232" y="73532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 descr=""/>
            <p:cNvSpPr/>
            <p:nvPr/>
          </p:nvSpPr>
          <p:spPr>
            <a:xfrm>
              <a:off x="5945886" y="4260341"/>
              <a:ext cx="266700" cy="294640"/>
            </a:xfrm>
            <a:custGeom>
              <a:avLst/>
              <a:gdLst/>
              <a:ahLst/>
              <a:cxnLst/>
              <a:rect l="l" t="t" r="r" b="b"/>
              <a:pathLst>
                <a:path w="266700" h="294639">
                  <a:moveTo>
                    <a:pt x="0" y="147065"/>
                  </a:moveTo>
                  <a:lnTo>
                    <a:pt x="6797" y="100559"/>
                  </a:lnTo>
                  <a:lnTo>
                    <a:pt x="25725" y="60185"/>
                  </a:lnTo>
                  <a:lnTo>
                    <a:pt x="54589" y="28358"/>
                  </a:lnTo>
                  <a:lnTo>
                    <a:pt x="91196" y="7491"/>
                  </a:lnTo>
                  <a:lnTo>
                    <a:pt x="133350" y="0"/>
                  </a:lnTo>
                  <a:lnTo>
                    <a:pt x="175503" y="7491"/>
                  </a:lnTo>
                  <a:lnTo>
                    <a:pt x="212110" y="28358"/>
                  </a:lnTo>
                  <a:lnTo>
                    <a:pt x="240974" y="60185"/>
                  </a:lnTo>
                  <a:lnTo>
                    <a:pt x="259902" y="100559"/>
                  </a:lnTo>
                  <a:lnTo>
                    <a:pt x="266700" y="147065"/>
                  </a:lnTo>
                  <a:lnTo>
                    <a:pt x="259902" y="193572"/>
                  </a:lnTo>
                  <a:lnTo>
                    <a:pt x="240974" y="233946"/>
                  </a:lnTo>
                  <a:lnTo>
                    <a:pt x="212110" y="265773"/>
                  </a:lnTo>
                  <a:lnTo>
                    <a:pt x="175503" y="286640"/>
                  </a:lnTo>
                  <a:lnTo>
                    <a:pt x="133350" y="294131"/>
                  </a:lnTo>
                  <a:lnTo>
                    <a:pt x="91196" y="286640"/>
                  </a:lnTo>
                  <a:lnTo>
                    <a:pt x="54589" y="265773"/>
                  </a:lnTo>
                  <a:lnTo>
                    <a:pt x="25725" y="233946"/>
                  </a:lnTo>
                  <a:lnTo>
                    <a:pt x="6797" y="193572"/>
                  </a:lnTo>
                  <a:lnTo>
                    <a:pt x="0" y="147065"/>
                  </a:lnTo>
                  <a:close/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8" name="object 38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998082" y="4319397"/>
              <a:ext cx="162305" cy="176021"/>
            </a:xfrm>
            <a:prstGeom prst="rect">
              <a:avLst/>
            </a:prstGeom>
          </p:spPr>
        </p:pic>
        <p:sp>
          <p:nvSpPr>
            <p:cNvPr id="39" name="object 39" descr=""/>
            <p:cNvSpPr/>
            <p:nvPr/>
          </p:nvSpPr>
          <p:spPr>
            <a:xfrm>
              <a:off x="627125" y="4260341"/>
              <a:ext cx="266700" cy="294640"/>
            </a:xfrm>
            <a:custGeom>
              <a:avLst/>
              <a:gdLst/>
              <a:ahLst/>
              <a:cxnLst/>
              <a:rect l="l" t="t" r="r" b="b"/>
              <a:pathLst>
                <a:path w="266700" h="294639">
                  <a:moveTo>
                    <a:pt x="133350" y="0"/>
                  </a:moveTo>
                  <a:lnTo>
                    <a:pt x="91201" y="7491"/>
                  </a:lnTo>
                  <a:lnTo>
                    <a:pt x="54595" y="28358"/>
                  </a:lnTo>
                  <a:lnTo>
                    <a:pt x="25728" y="60185"/>
                  </a:lnTo>
                  <a:lnTo>
                    <a:pt x="6798" y="100559"/>
                  </a:lnTo>
                  <a:lnTo>
                    <a:pt x="0" y="147065"/>
                  </a:lnTo>
                  <a:lnTo>
                    <a:pt x="6798" y="193572"/>
                  </a:lnTo>
                  <a:lnTo>
                    <a:pt x="25728" y="233946"/>
                  </a:lnTo>
                  <a:lnTo>
                    <a:pt x="54595" y="265773"/>
                  </a:lnTo>
                  <a:lnTo>
                    <a:pt x="91201" y="286640"/>
                  </a:lnTo>
                  <a:lnTo>
                    <a:pt x="133350" y="294131"/>
                  </a:lnTo>
                  <a:lnTo>
                    <a:pt x="175498" y="286640"/>
                  </a:lnTo>
                  <a:lnTo>
                    <a:pt x="212104" y="265773"/>
                  </a:lnTo>
                  <a:lnTo>
                    <a:pt x="240971" y="233946"/>
                  </a:lnTo>
                  <a:lnTo>
                    <a:pt x="247229" y="220598"/>
                  </a:lnTo>
                  <a:lnTo>
                    <a:pt x="133350" y="220598"/>
                  </a:lnTo>
                  <a:lnTo>
                    <a:pt x="107399" y="214824"/>
                  </a:lnTo>
                  <a:lnTo>
                    <a:pt x="86206" y="199072"/>
                  </a:lnTo>
                  <a:lnTo>
                    <a:pt x="71915" y="175700"/>
                  </a:lnTo>
                  <a:lnTo>
                    <a:pt x="66675" y="147065"/>
                  </a:lnTo>
                  <a:lnTo>
                    <a:pt x="71915" y="118431"/>
                  </a:lnTo>
                  <a:lnTo>
                    <a:pt x="86206" y="95059"/>
                  </a:lnTo>
                  <a:lnTo>
                    <a:pt x="107399" y="79307"/>
                  </a:lnTo>
                  <a:lnTo>
                    <a:pt x="133350" y="73532"/>
                  </a:lnTo>
                  <a:lnTo>
                    <a:pt x="247229" y="73532"/>
                  </a:lnTo>
                  <a:lnTo>
                    <a:pt x="240971" y="60185"/>
                  </a:lnTo>
                  <a:lnTo>
                    <a:pt x="212104" y="28358"/>
                  </a:lnTo>
                  <a:lnTo>
                    <a:pt x="175498" y="7491"/>
                  </a:lnTo>
                  <a:lnTo>
                    <a:pt x="133350" y="0"/>
                  </a:lnTo>
                  <a:close/>
                </a:path>
                <a:path w="266700" h="294639">
                  <a:moveTo>
                    <a:pt x="247229" y="73532"/>
                  </a:moveTo>
                  <a:lnTo>
                    <a:pt x="133350" y="73532"/>
                  </a:lnTo>
                  <a:lnTo>
                    <a:pt x="159300" y="79307"/>
                  </a:lnTo>
                  <a:lnTo>
                    <a:pt x="180493" y="95059"/>
                  </a:lnTo>
                  <a:lnTo>
                    <a:pt x="194784" y="118431"/>
                  </a:lnTo>
                  <a:lnTo>
                    <a:pt x="200024" y="147065"/>
                  </a:lnTo>
                  <a:lnTo>
                    <a:pt x="194784" y="175700"/>
                  </a:lnTo>
                  <a:lnTo>
                    <a:pt x="180493" y="199072"/>
                  </a:lnTo>
                  <a:lnTo>
                    <a:pt x="159300" y="214824"/>
                  </a:lnTo>
                  <a:lnTo>
                    <a:pt x="133350" y="220598"/>
                  </a:lnTo>
                  <a:lnTo>
                    <a:pt x="247229" y="220598"/>
                  </a:lnTo>
                  <a:lnTo>
                    <a:pt x="259901" y="193572"/>
                  </a:lnTo>
                  <a:lnTo>
                    <a:pt x="266699" y="147065"/>
                  </a:lnTo>
                  <a:lnTo>
                    <a:pt x="259901" y="100559"/>
                  </a:lnTo>
                  <a:lnTo>
                    <a:pt x="247229" y="73532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 descr=""/>
            <p:cNvSpPr/>
            <p:nvPr/>
          </p:nvSpPr>
          <p:spPr>
            <a:xfrm>
              <a:off x="627125" y="4260341"/>
              <a:ext cx="266700" cy="294640"/>
            </a:xfrm>
            <a:custGeom>
              <a:avLst/>
              <a:gdLst/>
              <a:ahLst/>
              <a:cxnLst/>
              <a:rect l="l" t="t" r="r" b="b"/>
              <a:pathLst>
                <a:path w="266700" h="294639">
                  <a:moveTo>
                    <a:pt x="0" y="147065"/>
                  </a:moveTo>
                  <a:lnTo>
                    <a:pt x="6798" y="100559"/>
                  </a:lnTo>
                  <a:lnTo>
                    <a:pt x="25728" y="60185"/>
                  </a:lnTo>
                  <a:lnTo>
                    <a:pt x="54595" y="28358"/>
                  </a:lnTo>
                  <a:lnTo>
                    <a:pt x="91201" y="7491"/>
                  </a:lnTo>
                  <a:lnTo>
                    <a:pt x="133350" y="0"/>
                  </a:lnTo>
                  <a:lnTo>
                    <a:pt x="175498" y="7491"/>
                  </a:lnTo>
                  <a:lnTo>
                    <a:pt x="212104" y="28358"/>
                  </a:lnTo>
                  <a:lnTo>
                    <a:pt x="240971" y="60185"/>
                  </a:lnTo>
                  <a:lnTo>
                    <a:pt x="259901" y="100559"/>
                  </a:lnTo>
                  <a:lnTo>
                    <a:pt x="266699" y="147065"/>
                  </a:lnTo>
                  <a:lnTo>
                    <a:pt x="259901" y="193572"/>
                  </a:lnTo>
                  <a:lnTo>
                    <a:pt x="240971" y="233946"/>
                  </a:lnTo>
                  <a:lnTo>
                    <a:pt x="212104" y="265773"/>
                  </a:lnTo>
                  <a:lnTo>
                    <a:pt x="175498" y="286640"/>
                  </a:lnTo>
                  <a:lnTo>
                    <a:pt x="133350" y="294131"/>
                  </a:lnTo>
                  <a:lnTo>
                    <a:pt x="91201" y="286640"/>
                  </a:lnTo>
                  <a:lnTo>
                    <a:pt x="54595" y="265773"/>
                  </a:lnTo>
                  <a:lnTo>
                    <a:pt x="25728" y="233946"/>
                  </a:lnTo>
                  <a:lnTo>
                    <a:pt x="6798" y="193572"/>
                  </a:lnTo>
                  <a:lnTo>
                    <a:pt x="0" y="147065"/>
                  </a:lnTo>
                  <a:close/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1" name="object 41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79322" y="4319397"/>
              <a:ext cx="162305" cy="176021"/>
            </a:xfrm>
            <a:prstGeom prst="rect">
              <a:avLst/>
            </a:prstGeom>
          </p:spPr>
        </p:pic>
        <p:sp>
          <p:nvSpPr>
            <p:cNvPr id="42" name="object 42" descr=""/>
            <p:cNvSpPr/>
            <p:nvPr/>
          </p:nvSpPr>
          <p:spPr>
            <a:xfrm>
              <a:off x="3717798" y="4260341"/>
              <a:ext cx="266700" cy="294640"/>
            </a:xfrm>
            <a:custGeom>
              <a:avLst/>
              <a:gdLst/>
              <a:ahLst/>
              <a:cxnLst/>
              <a:rect l="l" t="t" r="r" b="b"/>
              <a:pathLst>
                <a:path w="266700" h="294639">
                  <a:moveTo>
                    <a:pt x="133350" y="0"/>
                  </a:moveTo>
                  <a:lnTo>
                    <a:pt x="91196" y="7491"/>
                  </a:lnTo>
                  <a:lnTo>
                    <a:pt x="54589" y="28358"/>
                  </a:lnTo>
                  <a:lnTo>
                    <a:pt x="25725" y="60185"/>
                  </a:lnTo>
                  <a:lnTo>
                    <a:pt x="6797" y="100559"/>
                  </a:lnTo>
                  <a:lnTo>
                    <a:pt x="0" y="147065"/>
                  </a:lnTo>
                  <a:lnTo>
                    <a:pt x="6797" y="193572"/>
                  </a:lnTo>
                  <a:lnTo>
                    <a:pt x="25725" y="233946"/>
                  </a:lnTo>
                  <a:lnTo>
                    <a:pt x="54589" y="265773"/>
                  </a:lnTo>
                  <a:lnTo>
                    <a:pt x="91196" y="286640"/>
                  </a:lnTo>
                  <a:lnTo>
                    <a:pt x="133350" y="294131"/>
                  </a:lnTo>
                  <a:lnTo>
                    <a:pt x="175503" y="286640"/>
                  </a:lnTo>
                  <a:lnTo>
                    <a:pt x="212110" y="265773"/>
                  </a:lnTo>
                  <a:lnTo>
                    <a:pt x="240974" y="233946"/>
                  </a:lnTo>
                  <a:lnTo>
                    <a:pt x="247232" y="220598"/>
                  </a:lnTo>
                  <a:lnTo>
                    <a:pt x="133350" y="220598"/>
                  </a:lnTo>
                  <a:lnTo>
                    <a:pt x="107394" y="214824"/>
                  </a:lnTo>
                  <a:lnTo>
                    <a:pt x="86201" y="199072"/>
                  </a:lnTo>
                  <a:lnTo>
                    <a:pt x="71913" y="175700"/>
                  </a:lnTo>
                  <a:lnTo>
                    <a:pt x="66675" y="147065"/>
                  </a:lnTo>
                  <a:lnTo>
                    <a:pt x="71913" y="118431"/>
                  </a:lnTo>
                  <a:lnTo>
                    <a:pt x="86201" y="95059"/>
                  </a:lnTo>
                  <a:lnTo>
                    <a:pt x="107394" y="79307"/>
                  </a:lnTo>
                  <a:lnTo>
                    <a:pt x="133350" y="73532"/>
                  </a:lnTo>
                  <a:lnTo>
                    <a:pt x="247232" y="73532"/>
                  </a:lnTo>
                  <a:lnTo>
                    <a:pt x="240974" y="60185"/>
                  </a:lnTo>
                  <a:lnTo>
                    <a:pt x="212110" y="28358"/>
                  </a:lnTo>
                  <a:lnTo>
                    <a:pt x="175503" y="7491"/>
                  </a:lnTo>
                  <a:lnTo>
                    <a:pt x="133350" y="0"/>
                  </a:lnTo>
                  <a:close/>
                </a:path>
                <a:path w="266700" h="294639">
                  <a:moveTo>
                    <a:pt x="247232" y="73532"/>
                  </a:moveTo>
                  <a:lnTo>
                    <a:pt x="133350" y="73532"/>
                  </a:lnTo>
                  <a:lnTo>
                    <a:pt x="159305" y="79307"/>
                  </a:lnTo>
                  <a:lnTo>
                    <a:pt x="180498" y="95059"/>
                  </a:lnTo>
                  <a:lnTo>
                    <a:pt x="194786" y="118431"/>
                  </a:lnTo>
                  <a:lnTo>
                    <a:pt x="200025" y="147065"/>
                  </a:lnTo>
                  <a:lnTo>
                    <a:pt x="194786" y="175700"/>
                  </a:lnTo>
                  <a:lnTo>
                    <a:pt x="180498" y="199072"/>
                  </a:lnTo>
                  <a:lnTo>
                    <a:pt x="159305" y="214824"/>
                  </a:lnTo>
                  <a:lnTo>
                    <a:pt x="133350" y="220598"/>
                  </a:lnTo>
                  <a:lnTo>
                    <a:pt x="247232" y="220598"/>
                  </a:lnTo>
                  <a:lnTo>
                    <a:pt x="259902" y="193572"/>
                  </a:lnTo>
                  <a:lnTo>
                    <a:pt x="266700" y="147065"/>
                  </a:lnTo>
                  <a:lnTo>
                    <a:pt x="259902" y="100559"/>
                  </a:lnTo>
                  <a:lnTo>
                    <a:pt x="247232" y="73532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 descr=""/>
            <p:cNvSpPr/>
            <p:nvPr/>
          </p:nvSpPr>
          <p:spPr>
            <a:xfrm>
              <a:off x="3717798" y="4260341"/>
              <a:ext cx="266700" cy="294640"/>
            </a:xfrm>
            <a:custGeom>
              <a:avLst/>
              <a:gdLst/>
              <a:ahLst/>
              <a:cxnLst/>
              <a:rect l="l" t="t" r="r" b="b"/>
              <a:pathLst>
                <a:path w="266700" h="294639">
                  <a:moveTo>
                    <a:pt x="0" y="147065"/>
                  </a:moveTo>
                  <a:lnTo>
                    <a:pt x="6797" y="100559"/>
                  </a:lnTo>
                  <a:lnTo>
                    <a:pt x="25725" y="60185"/>
                  </a:lnTo>
                  <a:lnTo>
                    <a:pt x="54589" y="28358"/>
                  </a:lnTo>
                  <a:lnTo>
                    <a:pt x="91196" y="7491"/>
                  </a:lnTo>
                  <a:lnTo>
                    <a:pt x="133350" y="0"/>
                  </a:lnTo>
                  <a:lnTo>
                    <a:pt x="175503" y="7491"/>
                  </a:lnTo>
                  <a:lnTo>
                    <a:pt x="212110" y="28358"/>
                  </a:lnTo>
                  <a:lnTo>
                    <a:pt x="240974" y="60185"/>
                  </a:lnTo>
                  <a:lnTo>
                    <a:pt x="259902" y="100559"/>
                  </a:lnTo>
                  <a:lnTo>
                    <a:pt x="266700" y="147065"/>
                  </a:lnTo>
                  <a:lnTo>
                    <a:pt x="259902" y="193572"/>
                  </a:lnTo>
                  <a:lnTo>
                    <a:pt x="240974" y="233946"/>
                  </a:lnTo>
                  <a:lnTo>
                    <a:pt x="212110" y="265773"/>
                  </a:lnTo>
                  <a:lnTo>
                    <a:pt x="175503" y="286640"/>
                  </a:lnTo>
                  <a:lnTo>
                    <a:pt x="133350" y="294131"/>
                  </a:lnTo>
                  <a:lnTo>
                    <a:pt x="91196" y="286640"/>
                  </a:lnTo>
                  <a:lnTo>
                    <a:pt x="54589" y="265773"/>
                  </a:lnTo>
                  <a:lnTo>
                    <a:pt x="25725" y="233946"/>
                  </a:lnTo>
                  <a:lnTo>
                    <a:pt x="6797" y="193572"/>
                  </a:lnTo>
                  <a:lnTo>
                    <a:pt x="0" y="147065"/>
                  </a:lnTo>
                  <a:close/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4" name="object 44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769994" y="4319397"/>
              <a:ext cx="162305" cy="176021"/>
            </a:xfrm>
            <a:prstGeom prst="rect">
              <a:avLst/>
            </a:prstGeom>
          </p:spPr>
        </p:pic>
        <p:sp>
          <p:nvSpPr>
            <p:cNvPr id="45" name="object 45" descr=""/>
            <p:cNvSpPr/>
            <p:nvPr/>
          </p:nvSpPr>
          <p:spPr>
            <a:xfrm>
              <a:off x="4831842" y="4260341"/>
              <a:ext cx="266700" cy="294640"/>
            </a:xfrm>
            <a:custGeom>
              <a:avLst/>
              <a:gdLst/>
              <a:ahLst/>
              <a:cxnLst/>
              <a:rect l="l" t="t" r="r" b="b"/>
              <a:pathLst>
                <a:path w="266700" h="294639">
                  <a:moveTo>
                    <a:pt x="133350" y="0"/>
                  </a:moveTo>
                  <a:lnTo>
                    <a:pt x="91196" y="7491"/>
                  </a:lnTo>
                  <a:lnTo>
                    <a:pt x="54589" y="28358"/>
                  </a:lnTo>
                  <a:lnTo>
                    <a:pt x="25725" y="60185"/>
                  </a:lnTo>
                  <a:lnTo>
                    <a:pt x="6797" y="100559"/>
                  </a:lnTo>
                  <a:lnTo>
                    <a:pt x="0" y="147065"/>
                  </a:lnTo>
                  <a:lnTo>
                    <a:pt x="6797" y="193572"/>
                  </a:lnTo>
                  <a:lnTo>
                    <a:pt x="25725" y="233946"/>
                  </a:lnTo>
                  <a:lnTo>
                    <a:pt x="54589" y="265773"/>
                  </a:lnTo>
                  <a:lnTo>
                    <a:pt x="91196" y="286640"/>
                  </a:lnTo>
                  <a:lnTo>
                    <a:pt x="133350" y="294131"/>
                  </a:lnTo>
                  <a:lnTo>
                    <a:pt x="175503" y="286640"/>
                  </a:lnTo>
                  <a:lnTo>
                    <a:pt x="212110" y="265773"/>
                  </a:lnTo>
                  <a:lnTo>
                    <a:pt x="240974" y="233946"/>
                  </a:lnTo>
                  <a:lnTo>
                    <a:pt x="247232" y="220598"/>
                  </a:lnTo>
                  <a:lnTo>
                    <a:pt x="133350" y="220598"/>
                  </a:lnTo>
                  <a:lnTo>
                    <a:pt x="107394" y="214824"/>
                  </a:lnTo>
                  <a:lnTo>
                    <a:pt x="86201" y="199072"/>
                  </a:lnTo>
                  <a:lnTo>
                    <a:pt x="71913" y="175700"/>
                  </a:lnTo>
                  <a:lnTo>
                    <a:pt x="66675" y="147065"/>
                  </a:lnTo>
                  <a:lnTo>
                    <a:pt x="71913" y="118431"/>
                  </a:lnTo>
                  <a:lnTo>
                    <a:pt x="86201" y="95059"/>
                  </a:lnTo>
                  <a:lnTo>
                    <a:pt x="107394" y="79307"/>
                  </a:lnTo>
                  <a:lnTo>
                    <a:pt x="133350" y="73532"/>
                  </a:lnTo>
                  <a:lnTo>
                    <a:pt x="247232" y="73532"/>
                  </a:lnTo>
                  <a:lnTo>
                    <a:pt x="240974" y="60185"/>
                  </a:lnTo>
                  <a:lnTo>
                    <a:pt x="212110" y="28358"/>
                  </a:lnTo>
                  <a:lnTo>
                    <a:pt x="175503" y="7491"/>
                  </a:lnTo>
                  <a:lnTo>
                    <a:pt x="133350" y="0"/>
                  </a:lnTo>
                  <a:close/>
                </a:path>
                <a:path w="266700" h="294639">
                  <a:moveTo>
                    <a:pt x="247232" y="73532"/>
                  </a:moveTo>
                  <a:lnTo>
                    <a:pt x="133350" y="73532"/>
                  </a:lnTo>
                  <a:lnTo>
                    <a:pt x="159305" y="79307"/>
                  </a:lnTo>
                  <a:lnTo>
                    <a:pt x="180498" y="95059"/>
                  </a:lnTo>
                  <a:lnTo>
                    <a:pt x="194786" y="118431"/>
                  </a:lnTo>
                  <a:lnTo>
                    <a:pt x="200025" y="147065"/>
                  </a:lnTo>
                  <a:lnTo>
                    <a:pt x="194786" y="175700"/>
                  </a:lnTo>
                  <a:lnTo>
                    <a:pt x="180498" y="199072"/>
                  </a:lnTo>
                  <a:lnTo>
                    <a:pt x="159305" y="214824"/>
                  </a:lnTo>
                  <a:lnTo>
                    <a:pt x="133350" y="220598"/>
                  </a:lnTo>
                  <a:lnTo>
                    <a:pt x="247232" y="220598"/>
                  </a:lnTo>
                  <a:lnTo>
                    <a:pt x="259902" y="193572"/>
                  </a:lnTo>
                  <a:lnTo>
                    <a:pt x="266700" y="147065"/>
                  </a:lnTo>
                  <a:lnTo>
                    <a:pt x="259902" y="100559"/>
                  </a:lnTo>
                  <a:lnTo>
                    <a:pt x="247232" y="73532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 descr=""/>
            <p:cNvSpPr/>
            <p:nvPr/>
          </p:nvSpPr>
          <p:spPr>
            <a:xfrm>
              <a:off x="4831842" y="4260341"/>
              <a:ext cx="266700" cy="294640"/>
            </a:xfrm>
            <a:custGeom>
              <a:avLst/>
              <a:gdLst/>
              <a:ahLst/>
              <a:cxnLst/>
              <a:rect l="l" t="t" r="r" b="b"/>
              <a:pathLst>
                <a:path w="266700" h="294639">
                  <a:moveTo>
                    <a:pt x="0" y="147065"/>
                  </a:moveTo>
                  <a:lnTo>
                    <a:pt x="6797" y="100559"/>
                  </a:lnTo>
                  <a:lnTo>
                    <a:pt x="25725" y="60185"/>
                  </a:lnTo>
                  <a:lnTo>
                    <a:pt x="54589" y="28358"/>
                  </a:lnTo>
                  <a:lnTo>
                    <a:pt x="91196" y="7491"/>
                  </a:lnTo>
                  <a:lnTo>
                    <a:pt x="133350" y="0"/>
                  </a:lnTo>
                  <a:lnTo>
                    <a:pt x="175503" y="7491"/>
                  </a:lnTo>
                  <a:lnTo>
                    <a:pt x="212110" y="28358"/>
                  </a:lnTo>
                  <a:lnTo>
                    <a:pt x="240974" y="60185"/>
                  </a:lnTo>
                  <a:lnTo>
                    <a:pt x="259902" y="100559"/>
                  </a:lnTo>
                  <a:lnTo>
                    <a:pt x="266700" y="147065"/>
                  </a:lnTo>
                  <a:lnTo>
                    <a:pt x="259902" y="193572"/>
                  </a:lnTo>
                  <a:lnTo>
                    <a:pt x="240974" y="233946"/>
                  </a:lnTo>
                  <a:lnTo>
                    <a:pt x="212110" y="265773"/>
                  </a:lnTo>
                  <a:lnTo>
                    <a:pt x="175503" y="286640"/>
                  </a:lnTo>
                  <a:lnTo>
                    <a:pt x="133350" y="294131"/>
                  </a:lnTo>
                  <a:lnTo>
                    <a:pt x="91196" y="286640"/>
                  </a:lnTo>
                  <a:lnTo>
                    <a:pt x="54589" y="265773"/>
                  </a:lnTo>
                  <a:lnTo>
                    <a:pt x="25725" y="233946"/>
                  </a:lnTo>
                  <a:lnTo>
                    <a:pt x="6797" y="193572"/>
                  </a:lnTo>
                  <a:lnTo>
                    <a:pt x="0" y="147065"/>
                  </a:lnTo>
                  <a:close/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7" name="object 47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884038" y="4319397"/>
              <a:ext cx="162305" cy="176021"/>
            </a:xfrm>
            <a:prstGeom prst="rect">
              <a:avLst/>
            </a:prstGeom>
          </p:spPr>
        </p:pic>
        <p:sp>
          <p:nvSpPr>
            <p:cNvPr id="48" name="object 48" descr=""/>
            <p:cNvSpPr/>
            <p:nvPr/>
          </p:nvSpPr>
          <p:spPr>
            <a:xfrm>
              <a:off x="1540001" y="4202429"/>
              <a:ext cx="265430" cy="295910"/>
            </a:xfrm>
            <a:custGeom>
              <a:avLst/>
              <a:gdLst/>
              <a:ahLst/>
              <a:cxnLst/>
              <a:rect l="l" t="t" r="r" b="b"/>
              <a:pathLst>
                <a:path w="265430" h="295910">
                  <a:moveTo>
                    <a:pt x="132587" y="0"/>
                  </a:moveTo>
                  <a:lnTo>
                    <a:pt x="90659" y="7534"/>
                  </a:lnTo>
                  <a:lnTo>
                    <a:pt x="54260" y="28517"/>
                  </a:lnTo>
                  <a:lnTo>
                    <a:pt x="25566" y="60514"/>
                  </a:lnTo>
                  <a:lnTo>
                    <a:pt x="6754" y="101096"/>
                  </a:lnTo>
                  <a:lnTo>
                    <a:pt x="0" y="147828"/>
                  </a:lnTo>
                  <a:lnTo>
                    <a:pt x="6754" y="194559"/>
                  </a:lnTo>
                  <a:lnTo>
                    <a:pt x="25566" y="235141"/>
                  </a:lnTo>
                  <a:lnTo>
                    <a:pt x="54260" y="267138"/>
                  </a:lnTo>
                  <a:lnTo>
                    <a:pt x="90659" y="288121"/>
                  </a:lnTo>
                  <a:lnTo>
                    <a:pt x="132587" y="295656"/>
                  </a:lnTo>
                  <a:lnTo>
                    <a:pt x="174516" y="288121"/>
                  </a:lnTo>
                  <a:lnTo>
                    <a:pt x="210915" y="267138"/>
                  </a:lnTo>
                  <a:lnTo>
                    <a:pt x="239609" y="235141"/>
                  </a:lnTo>
                  <a:lnTo>
                    <a:pt x="245820" y="221742"/>
                  </a:lnTo>
                  <a:lnTo>
                    <a:pt x="132587" y="221742"/>
                  </a:lnTo>
                  <a:lnTo>
                    <a:pt x="106799" y="215925"/>
                  </a:lnTo>
                  <a:lnTo>
                    <a:pt x="85724" y="200072"/>
                  </a:lnTo>
                  <a:lnTo>
                    <a:pt x="71508" y="176575"/>
                  </a:lnTo>
                  <a:lnTo>
                    <a:pt x="66293" y="147828"/>
                  </a:lnTo>
                  <a:lnTo>
                    <a:pt x="71508" y="119080"/>
                  </a:lnTo>
                  <a:lnTo>
                    <a:pt x="85724" y="95583"/>
                  </a:lnTo>
                  <a:lnTo>
                    <a:pt x="106799" y="79730"/>
                  </a:lnTo>
                  <a:lnTo>
                    <a:pt x="132587" y="73914"/>
                  </a:lnTo>
                  <a:lnTo>
                    <a:pt x="245820" y="73914"/>
                  </a:lnTo>
                  <a:lnTo>
                    <a:pt x="239609" y="60514"/>
                  </a:lnTo>
                  <a:lnTo>
                    <a:pt x="210915" y="28517"/>
                  </a:lnTo>
                  <a:lnTo>
                    <a:pt x="174516" y="7534"/>
                  </a:lnTo>
                  <a:lnTo>
                    <a:pt x="132587" y="0"/>
                  </a:lnTo>
                  <a:close/>
                </a:path>
                <a:path w="265430" h="295910">
                  <a:moveTo>
                    <a:pt x="245820" y="73914"/>
                  </a:moveTo>
                  <a:lnTo>
                    <a:pt x="132587" y="73914"/>
                  </a:lnTo>
                  <a:lnTo>
                    <a:pt x="158376" y="79730"/>
                  </a:lnTo>
                  <a:lnTo>
                    <a:pt x="179450" y="95583"/>
                  </a:lnTo>
                  <a:lnTo>
                    <a:pt x="193667" y="119080"/>
                  </a:lnTo>
                  <a:lnTo>
                    <a:pt x="198881" y="147828"/>
                  </a:lnTo>
                  <a:lnTo>
                    <a:pt x="193667" y="176575"/>
                  </a:lnTo>
                  <a:lnTo>
                    <a:pt x="179451" y="200072"/>
                  </a:lnTo>
                  <a:lnTo>
                    <a:pt x="158376" y="215925"/>
                  </a:lnTo>
                  <a:lnTo>
                    <a:pt x="132587" y="221742"/>
                  </a:lnTo>
                  <a:lnTo>
                    <a:pt x="245820" y="221742"/>
                  </a:lnTo>
                  <a:lnTo>
                    <a:pt x="258421" y="194559"/>
                  </a:lnTo>
                  <a:lnTo>
                    <a:pt x="265175" y="147828"/>
                  </a:lnTo>
                  <a:lnTo>
                    <a:pt x="258421" y="101096"/>
                  </a:lnTo>
                  <a:lnTo>
                    <a:pt x="245820" y="73914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 descr=""/>
            <p:cNvSpPr/>
            <p:nvPr/>
          </p:nvSpPr>
          <p:spPr>
            <a:xfrm>
              <a:off x="1540001" y="4202429"/>
              <a:ext cx="265430" cy="295910"/>
            </a:xfrm>
            <a:custGeom>
              <a:avLst/>
              <a:gdLst/>
              <a:ahLst/>
              <a:cxnLst/>
              <a:rect l="l" t="t" r="r" b="b"/>
              <a:pathLst>
                <a:path w="265430" h="295910">
                  <a:moveTo>
                    <a:pt x="0" y="147828"/>
                  </a:moveTo>
                  <a:lnTo>
                    <a:pt x="6754" y="101096"/>
                  </a:lnTo>
                  <a:lnTo>
                    <a:pt x="25566" y="60514"/>
                  </a:lnTo>
                  <a:lnTo>
                    <a:pt x="54260" y="28517"/>
                  </a:lnTo>
                  <a:lnTo>
                    <a:pt x="90659" y="7534"/>
                  </a:lnTo>
                  <a:lnTo>
                    <a:pt x="132587" y="0"/>
                  </a:lnTo>
                  <a:lnTo>
                    <a:pt x="174516" y="7534"/>
                  </a:lnTo>
                  <a:lnTo>
                    <a:pt x="210915" y="28517"/>
                  </a:lnTo>
                  <a:lnTo>
                    <a:pt x="239609" y="60514"/>
                  </a:lnTo>
                  <a:lnTo>
                    <a:pt x="258421" y="101096"/>
                  </a:lnTo>
                  <a:lnTo>
                    <a:pt x="265175" y="147828"/>
                  </a:lnTo>
                  <a:lnTo>
                    <a:pt x="258421" y="194559"/>
                  </a:lnTo>
                  <a:lnTo>
                    <a:pt x="239609" y="235141"/>
                  </a:lnTo>
                  <a:lnTo>
                    <a:pt x="210915" y="267138"/>
                  </a:lnTo>
                  <a:lnTo>
                    <a:pt x="174516" y="288121"/>
                  </a:lnTo>
                  <a:lnTo>
                    <a:pt x="132587" y="295656"/>
                  </a:lnTo>
                  <a:lnTo>
                    <a:pt x="90659" y="288121"/>
                  </a:lnTo>
                  <a:lnTo>
                    <a:pt x="54260" y="267138"/>
                  </a:lnTo>
                  <a:lnTo>
                    <a:pt x="25566" y="235141"/>
                  </a:lnTo>
                  <a:lnTo>
                    <a:pt x="6754" y="194559"/>
                  </a:lnTo>
                  <a:lnTo>
                    <a:pt x="0" y="147828"/>
                  </a:lnTo>
                  <a:close/>
                </a:path>
              </a:pathLst>
            </a:custGeom>
            <a:ln w="2895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0" name="object 50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591818" y="4261866"/>
              <a:ext cx="161543" cy="176783"/>
            </a:xfrm>
            <a:prstGeom prst="rect">
              <a:avLst/>
            </a:prstGeom>
          </p:spPr>
        </p:pic>
        <p:sp>
          <p:nvSpPr>
            <p:cNvPr id="51" name="object 51" descr=""/>
            <p:cNvSpPr/>
            <p:nvPr/>
          </p:nvSpPr>
          <p:spPr>
            <a:xfrm>
              <a:off x="2611373" y="4296917"/>
              <a:ext cx="266700" cy="292735"/>
            </a:xfrm>
            <a:custGeom>
              <a:avLst/>
              <a:gdLst/>
              <a:ahLst/>
              <a:cxnLst/>
              <a:rect l="l" t="t" r="r" b="b"/>
              <a:pathLst>
                <a:path w="266700" h="292735">
                  <a:moveTo>
                    <a:pt x="133350" y="0"/>
                  </a:moveTo>
                  <a:lnTo>
                    <a:pt x="91196" y="7461"/>
                  </a:lnTo>
                  <a:lnTo>
                    <a:pt x="54589" y="28236"/>
                  </a:lnTo>
                  <a:lnTo>
                    <a:pt x="25725" y="59911"/>
                  </a:lnTo>
                  <a:lnTo>
                    <a:pt x="6797" y="100071"/>
                  </a:lnTo>
                  <a:lnTo>
                    <a:pt x="0" y="146303"/>
                  </a:lnTo>
                  <a:lnTo>
                    <a:pt x="6797" y="192536"/>
                  </a:lnTo>
                  <a:lnTo>
                    <a:pt x="25725" y="232696"/>
                  </a:lnTo>
                  <a:lnTo>
                    <a:pt x="54589" y="264371"/>
                  </a:lnTo>
                  <a:lnTo>
                    <a:pt x="91196" y="285146"/>
                  </a:lnTo>
                  <a:lnTo>
                    <a:pt x="133350" y="292607"/>
                  </a:lnTo>
                  <a:lnTo>
                    <a:pt x="175503" y="285146"/>
                  </a:lnTo>
                  <a:lnTo>
                    <a:pt x="212110" y="264371"/>
                  </a:lnTo>
                  <a:lnTo>
                    <a:pt x="240974" y="232696"/>
                  </a:lnTo>
                  <a:lnTo>
                    <a:pt x="247215" y="219455"/>
                  </a:lnTo>
                  <a:lnTo>
                    <a:pt x="133350" y="219455"/>
                  </a:lnTo>
                  <a:lnTo>
                    <a:pt x="107394" y="213705"/>
                  </a:lnTo>
                  <a:lnTo>
                    <a:pt x="86201" y="198024"/>
                  </a:lnTo>
                  <a:lnTo>
                    <a:pt x="71913" y="174771"/>
                  </a:lnTo>
                  <a:lnTo>
                    <a:pt x="66675" y="146303"/>
                  </a:lnTo>
                  <a:lnTo>
                    <a:pt x="71913" y="117836"/>
                  </a:lnTo>
                  <a:lnTo>
                    <a:pt x="86201" y="94583"/>
                  </a:lnTo>
                  <a:lnTo>
                    <a:pt x="107394" y="78902"/>
                  </a:lnTo>
                  <a:lnTo>
                    <a:pt x="133350" y="73151"/>
                  </a:lnTo>
                  <a:lnTo>
                    <a:pt x="247215" y="73151"/>
                  </a:lnTo>
                  <a:lnTo>
                    <a:pt x="240974" y="59911"/>
                  </a:lnTo>
                  <a:lnTo>
                    <a:pt x="212110" y="28236"/>
                  </a:lnTo>
                  <a:lnTo>
                    <a:pt x="175503" y="7461"/>
                  </a:lnTo>
                  <a:lnTo>
                    <a:pt x="133350" y="0"/>
                  </a:lnTo>
                  <a:close/>
                </a:path>
                <a:path w="266700" h="292735">
                  <a:moveTo>
                    <a:pt x="247215" y="73151"/>
                  </a:moveTo>
                  <a:lnTo>
                    <a:pt x="133350" y="73151"/>
                  </a:lnTo>
                  <a:lnTo>
                    <a:pt x="159305" y="78902"/>
                  </a:lnTo>
                  <a:lnTo>
                    <a:pt x="180498" y="94583"/>
                  </a:lnTo>
                  <a:lnTo>
                    <a:pt x="194786" y="117836"/>
                  </a:lnTo>
                  <a:lnTo>
                    <a:pt x="200025" y="146303"/>
                  </a:lnTo>
                  <a:lnTo>
                    <a:pt x="194786" y="174771"/>
                  </a:lnTo>
                  <a:lnTo>
                    <a:pt x="180498" y="198024"/>
                  </a:lnTo>
                  <a:lnTo>
                    <a:pt x="159305" y="213705"/>
                  </a:lnTo>
                  <a:lnTo>
                    <a:pt x="133350" y="219455"/>
                  </a:lnTo>
                  <a:lnTo>
                    <a:pt x="247215" y="219455"/>
                  </a:lnTo>
                  <a:lnTo>
                    <a:pt x="259902" y="192536"/>
                  </a:lnTo>
                  <a:lnTo>
                    <a:pt x="266700" y="146303"/>
                  </a:lnTo>
                  <a:lnTo>
                    <a:pt x="259902" y="100071"/>
                  </a:lnTo>
                  <a:lnTo>
                    <a:pt x="247215" y="73151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 descr=""/>
            <p:cNvSpPr/>
            <p:nvPr/>
          </p:nvSpPr>
          <p:spPr>
            <a:xfrm>
              <a:off x="2611373" y="4296917"/>
              <a:ext cx="266700" cy="292735"/>
            </a:xfrm>
            <a:custGeom>
              <a:avLst/>
              <a:gdLst/>
              <a:ahLst/>
              <a:cxnLst/>
              <a:rect l="l" t="t" r="r" b="b"/>
              <a:pathLst>
                <a:path w="266700" h="292735">
                  <a:moveTo>
                    <a:pt x="0" y="146303"/>
                  </a:moveTo>
                  <a:lnTo>
                    <a:pt x="6797" y="100071"/>
                  </a:lnTo>
                  <a:lnTo>
                    <a:pt x="25725" y="59911"/>
                  </a:lnTo>
                  <a:lnTo>
                    <a:pt x="54589" y="28236"/>
                  </a:lnTo>
                  <a:lnTo>
                    <a:pt x="91196" y="7461"/>
                  </a:lnTo>
                  <a:lnTo>
                    <a:pt x="133350" y="0"/>
                  </a:lnTo>
                  <a:lnTo>
                    <a:pt x="175503" y="7461"/>
                  </a:lnTo>
                  <a:lnTo>
                    <a:pt x="212110" y="28236"/>
                  </a:lnTo>
                  <a:lnTo>
                    <a:pt x="240974" y="59911"/>
                  </a:lnTo>
                  <a:lnTo>
                    <a:pt x="259902" y="100071"/>
                  </a:lnTo>
                  <a:lnTo>
                    <a:pt x="266700" y="146303"/>
                  </a:lnTo>
                  <a:lnTo>
                    <a:pt x="259902" y="192536"/>
                  </a:lnTo>
                  <a:lnTo>
                    <a:pt x="240974" y="232696"/>
                  </a:lnTo>
                  <a:lnTo>
                    <a:pt x="212110" y="264371"/>
                  </a:lnTo>
                  <a:lnTo>
                    <a:pt x="175503" y="285146"/>
                  </a:lnTo>
                  <a:lnTo>
                    <a:pt x="133350" y="292607"/>
                  </a:lnTo>
                  <a:lnTo>
                    <a:pt x="91196" y="285146"/>
                  </a:lnTo>
                  <a:lnTo>
                    <a:pt x="54589" y="264371"/>
                  </a:lnTo>
                  <a:lnTo>
                    <a:pt x="25725" y="232696"/>
                  </a:lnTo>
                  <a:lnTo>
                    <a:pt x="6797" y="192536"/>
                  </a:lnTo>
                  <a:lnTo>
                    <a:pt x="0" y="146303"/>
                  </a:lnTo>
                  <a:close/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3" name="object 53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663570" y="4355591"/>
              <a:ext cx="162305" cy="175259"/>
            </a:xfrm>
            <a:prstGeom prst="rect">
              <a:avLst/>
            </a:prstGeom>
          </p:spPr>
        </p:pic>
        <p:sp>
          <p:nvSpPr>
            <p:cNvPr id="54" name="object 54" descr=""/>
            <p:cNvSpPr/>
            <p:nvPr/>
          </p:nvSpPr>
          <p:spPr>
            <a:xfrm>
              <a:off x="1489709" y="5165598"/>
              <a:ext cx="266700" cy="350520"/>
            </a:xfrm>
            <a:custGeom>
              <a:avLst/>
              <a:gdLst/>
              <a:ahLst/>
              <a:cxnLst/>
              <a:rect l="l" t="t" r="r" b="b"/>
              <a:pathLst>
                <a:path w="266700" h="350520">
                  <a:moveTo>
                    <a:pt x="212852" y="150113"/>
                  </a:moveTo>
                  <a:lnTo>
                    <a:pt x="212852" y="200405"/>
                  </a:lnTo>
                  <a:lnTo>
                    <a:pt x="266700" y="175259"/>
                  </a:lnTo>
                  <a:lnTo>
                    <a:pt x="212852" y="150113"/>
                  </a:lnTo>
                  <a:close/>
                </a:path>
                <a:path w="266700" h="350520">
                  <a:moveTo>
                    <a:pt x="152527" y="279780"/>
                  </a:moveTo>
                  <a:lnTo>
                    <a:pt x="114173" y="279780"/>
                  </a:lnTo>
                  <a:lnTo>
                    <a:pt x="133350" y="350519"/>
                  </a:lnTo>
                  <a:lnTo>
                    <a:pt x="152527" y="279780"/>
                  </a:lnTo>
                  <a:close/>
                </a:path>
                <a:path w="266700" h="350520">
                  <a:moveTo>
                    <a:pt x="63627" y="231393"/>
                  </a:moveTo>
                  <a:lnTo>
                    <a:pt x="39115" y="299211"/>
                  </a:lnTo>
                  <a:lnTo>
                    <a:pt x="90678" y="266953"/>
                  </a:lnTo>
                  <a:lnTo>
                    <a:pt x="63627" y="231393"/>
                  </a:lnTo>
                  <a:close/>
                </a:path>
                <a:path w="266700" h="350520">
                  <a:moveTo>
                    <a:pt x="203072" y="231393"/>
                  </a:moveTo>
                  <a:lnTo>
                    <a:pt x="176022" y="266953"/>
                  </a:lnTo>
                  <a:lnTo>
                    <a:pt x="227584" y="299211"/>
                  </a:lnTo>
                  <a:lnTo>
                    <a:pt x="203072" y="231393"/>
                  </a:lnTo>
                  <a:close/>
                </a:path>
                <a:path w="266700" h="350520">
                  <a:moveTo>
                    <a:pt x="133350" y="87629"/>
                  </a:moveTo>
                  <a:lnTo>
                    <a:pt x="107394" y="94517"/>
                  </a:lnTo>
                  <a:lnTo>
                    <a:pt x="86201" y="113299"/>
                  </a:lnTo>
                  <a:lnTo>
                    <a:pt x="71913" y="141154"/>
                  </a:lnTo>
                  <a:lnTo>
                    <a:pt x="66675" y="175259"/>
                  </a:lnTo>
                  <a:lnTo>
                    <a:pt x="71913" y="209365"/>
                  </a:lnTo>
                  <a:lnTo>
                    <a:pt x="86201" y="237220"/>
                  </a:lnTo>
                  <a:lnTo>
                    <a:pt x="107394" y="256002"/>
                  </a:lnTo>
                  <a:lnTo>
                    <a:pt x="133350" y="262889"/>
                  </a:lnTo>
                  <a:lnTo>
                    <a:pt x="159305" y="256002"/>
                  </a:lnTo>
                  <a:lnTo>
                    <a:pt x="180498" y="237220"/>
                  </a:lnTo>
                  <a:lnTo>
                    <a:pt x="194786" y="209365"/>
                  </a:lnTo>
                  <a:lnTo>
                    <a:pt x="200025" y="175259"/>
                  </a:lnTo>
                  <a:lnTo>
                    <a:pt x="194786" y="141154"/>
                  </a:lnTo>
                  <a:lnTo>
                    <a:pt x="180498" y="113299"/>
                  </a:lnTo>
                  <a:lnTo>
                    <a:pt x="159305" y="94517"/>
                  </a:lnTo>
                  <a:lnTo>
                    <a:pt x="133350" y="87629"/>
                  </a:lnTo>
                  <a:close/>
                </a:path>
                <a:path w="266700" h="350520">
                  <a:moveTo>
                    <a:pt x="53848" y="150113"/>
                  </a:moveTo>
                  <a:lnTo>
                    <a:pt x="0" y="175259"/>
                  </a:lnTo>
                  <a:lnTo>
                    <a:pt x="53848" y="200405"/>
                  </a:lnTo>
                  <a:lnTo>
                    <a:pt x="53848" y="150113"/>
                  </a:lnTo>
                  <a:close/>
                </a:path>
                <a:path w="266700" h="350520">
                  <a:moveTo>
                    <a:pt x="39115" y="51307"/>
                  </a:moveTo>
                  <a:lnTo>
                    <a:pt x="63627" y="119125"/>
                  </a:lnTo>
                  <a:lnTo>
                    <a:pt x="90678" y="83565"/>
                  </a:lnTo>
                  <a:lnTo>
                    <a:pt x="39115" y="51307"/>
                  </a:lnTo>
                  <a:close/>
                </a:path>
                <a:path w="266700" h="350520">
                  <a:moveTo>
                    <a:pt x="227584" y="51307"/>
                  </a:moveTo>
                  <a:lnTo>
                    <a:pt x="176022" y="83565"/>
                  </a:lnTo>
                  <a:lnTo>
                    <a:pt x="203072" y="119125"/>
                  </a:lnTo>
                  <a:lnTo>
                    <a:pt x="227584" y="51307"/>
                  </a:lnTo>
                  <a:close/>
                </a:path>
                <a:path w="266700" h="350520">
                  <a:moveTo>
                    <a:pt x="133350" y="0"/>
                  </a:moveTo>
                  <a:lnTo>
                    <a:pt x="114173" y="70738"/>
                  </a:lnTo>
                  <a:lnTo>
                    <a:pt x="152527" y="70738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rgbClr val="FF006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5" name="object 55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475231" y="5151119"/>
              <a:ext cx="295656" cy="379475"/>
            </a:xfrm>
            <a:prstGeom prst="rect">
              <a:avLst/>
            </a:prstGeom>
          </p:spPr>
        </p:pic>
        <p:sp>
          <p:nvSpPr>
            <p:cNvPr id="56" name="object 56" descr=""/>
            <p:cNvSpPr/>
            <p:nvPr/>
          </p:nvSpPr>
          <p:spPr>
            <a:xfrm>
              <a:off x="2553462" y="5159501"/>
              <a:ext cx="265430" cy="352425"/>
            </a:xfrm>
            <a:custGeom>
              <a:avLst/>
              <a:gdLst/>
              <a:ahLst/>
              <a:cxnLst/>
              <a:rect l="l" t="t" r="r" b="b"/>
              <a:pathLst>
                <a:path w="265430" h="352425">
                  <a:moveTo>
                    <a:pt x="211708" y="150749"/>
                  </a:moveTo>
                  <a:lnTo>
                    <a:pt x="211708" y="201295"/>
                  </a:lnTo>
                  <a:lnTo>
                    <a:pt x="265175" y="176022"/>
                  </a:lnTo>
                  <a:lnTo>
                    <a:pt x="211708" y="150749"/>
                  </a:lnTo>
                  <a:close/>
                </a:path>
                <a:path w="265430" h="352425">
                  <a:moveTo>
                    <a:pt x="151637" y="281051"/>
                  </a:moveTo>
                  <a:lnTo>
                    <a:pt x="113537" y="281051"/>
                  </a:lnTo>
                  <a:lnTo>
                    <a:pt x="132587" y="352044"/>
                  </a:lnTo>
                  <a:lnTo>
                    <a:pt x="151637" y="281051"/>
                  </a:lnTo>
                  <a:close/>
                </a:path>
                <a:path w="265430" h="352425">
                  <a:moveTo>
                    <a:pt x="63245" y="232410"/>
                  </a:moveTo>
                  <a:lnTo>
                    <a:pt x="38862" y="300482"/>
                  </a:lnTo>
                  <a:lnTo>
                    <a:pt x="90169" y="268097"/>
                  </a:lnTo>
                  <a:lnTo>
                    <a:pt x="63245" y="232410"/>
                  </a:lnTo>
                  <a:close/>
                </a:path>
                <a:path w="265430" h="352425">
                  <a:moveTo>
                    <a:pt x="201930" y="232410"/>
                  </a:moveTo>
                  <a:lnTo>
                    <a:pt x="175006" y="268097"/>
                  </a:lnTo>
                  <a:lnTo>
                    <a:pt x="226313" y="300482"/>
                  </a:lnTo>
                  <a:lnTo>
                    <a:pt x="201930" y="232410"/>
                  </a:lnTo>
                  <a:close/>
                </a:path>
                <a:path w="265430" h="352425">
                  <a:moveTo>
                    <a:pt x="132587" y="88011"/>
                  </a:moveTo>
                  <a:lnTo>
                    <a:pt x="106799" y="94922"/>
                  </a:lnTo>
                  <a:lnTo>
                    <a:pt x="85725" y="113776"/>
                  </a:lnTo>
                  <a:lnTo>
                    <a:pt x="71508" y="141749"/>
                  </a:lnTo>
                  <a:lnTo>
                    <a:pt x="66293" y="176022"/>
                  </a:lnTo>
                  <a:lnTo>
                    <a:pt x="71508" y="210294"/>
                  </a:lnTo>
                  <a:lnTo>
                    <a:pt x="85725" y="238267"/>
                  </a:lnTo>
                  <a:lnTo>
                    <a:pt x="106799" y="257121"/>
                  </a:lnTo>
                  <a:lnTo>
                    <a:pt x="132587" y="264033"/>
                  </a:lnTo>
                  <a:lnTo>
                    <a:pt x="158376" y="257121"/>
                  </a:lnTo>
                  <a:lnTo>
                    <a:pt x="179450" y="238267"/>
                  </a:lnTo>
                  <a:lnTo>
                    <a:pt x="193667" y="210294"/>
                  </a:lnTo>
                  <a:lnTo>
                    <a:pt x="198881" y="176022"/>
                  </a:lnTo>
                  <a:lnTo>
                    <a:pt x="193667" y="141749"/>
                  </a:lnTo>
                  <a:lnTo>
                    <a:pt x="179450" y="113776"/>
                  </a:lnTo>
                  <a:lnTo>
                    <a:pt x="158376" y="94922"/>
                  </a:lnTo>
                  <a:lnTo>
                    <a:pt x="132587" y="88011"/>
                  </a:lnTo>
                  <a:close/>
                </a:path>
                <a:path w="265430" h="352425">
                  <a:moveTo>
                    <a:pt x="53467" y="150749"/>
                  </a:moveTo>
                  <a:lnTo>
                    <a:pt x="0" y="176022"/>
                  </a:lnTo>
                  <a:lnTo>
                    <a:pt x="53467" y="201295"/>
                  </a:lnTo>
                  <a:lnTo>
                    <a:pt x="53467" y="150749"/>
                  </a:lnTo>
                  <a:close/>
                </a:path>
                <a:path w="265430" h="352425">
                  <a:moveTo>
                    <a:pt x="38862" y="51562"/>
                  </a:moveTo>
                  <a:lnTo>
                    <a:pt x="63245" y="119634"/>
                  </a:lnTo>
                  <a:lnTo>
                    <a:pt x="90169" y="83947"/>
                  </a:lnTo>
                  <a:lnTo>
                    <a:pt x="38862" y="51562"/>
                  </a:lnTo>
                  <a:close/>
                </a:path>
                <a:path w="265430" h="352425">
                  <a:moveTo>
                    <a:pt x="226313" y="51562"/>
                  </a:moveTo>
                  <a:lnTo>
                    <a:pt x="175006" y="83947"/>
                  </a:lnTo>
                  <a:lnTo>
                    <a:pt x="201930" y="119634"/>
                  </a:lnTo>
                  <a:lnTo>
                    <a:pt x="226313" y="51562"/>
                  </a:lnTo>
                  <a:close/>
                </a:path>
                <a:path w="265430" h="352425">
                  <a:moveTo>
                    <a:pt x="132587" y="0"/>
                  </a:moveTo>
                  <a:lnTo>
                    <a:pt x="113537" y="70993"/>
                  </a:lnTo>
                  <a:lnTo>
                    <a:pt x="151637" y="70993"/>
                  </a:lnTo>
                  <a:lnTo>
                    <a:pt x="132587" y="0"/>
                  </a:lnTo>
                  <a:close/>
                </a:path>
              </a:pathLst>
            </a:custGeom>
            <a:solidFill>
              <a:srgbClr val="FF006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7" name="object 57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538984" y="5145023"/>
              <a:ext cx="294131" cy="381000"/>
            </a:xfrm>
            <a:prstGeom prst="rect">
              <a:avLst/>
            </a:prstGeom>
          </p:spPr>
        </p:pic>
        <p:sp>
          <p:nvSpPr>
            <p:cNvPr id="58" name="object 58" descr=""/>
            <p:cNvSpPr/>
            <p:nvPr/>
          </p:nvSpPr>
          <p:spPr>
            <a:xfrm>
              <a:off x="4831842" y="5258561"/>
              <a:ext cx="266700" cy="350520"/>
            </a:xfrm>
            <a:custGeom>
              <a:avLst/>
              <a:gdLst/>
              <a:ahLst/>
              <a:cxnLst/>
              <a:rect l="l" t="t" r="r" b="b"/>
              <a:pathLst>
                <a:path w="266700" h="350520">
                  <a:moveTo>
                    <a:pt x="212852" y="150113"/>
                  </a:moveTo>
                  <a:lnTo>
                    <a:pt x="212852" y="200406"/>
                  </a:lnTo>
                  <a:lnTo>
                    <a:pt x="266700" y="175259"/>
                  </a:lnTo>
                  <a:lnTo>
                    <a:pt x="212852" y="150113"/>
                  </a:lnTo>
                  <a:close/>
                </a:path>
                <a:path w="266700" h="350520">
                  <a:moveTo>
                    <a:pt x="152527" y="279781"/>
                  </a:moveTo>
                  <a:lnTo>
                    <a:pt x="114173" y="279781"/>
                  </a:lnTo>
                  <a:lnTo>
                    <a:pt x="133350" y="350519"/>
                  </a:lnTo>
                  <a:lnTo>
                    <a:pt x="152527" y="279781"/>
                  </a:lnTo>
                  <a:close/>
                </a:path>
                <a:path w="266700" h="350520">
                  <a:moveTo>
                    <a:pt x="63627" y="231394"/>
                  </a:moveTo>
                  <a:lnTo>
                    <a:pt x="39116" y="299212"/>
                  </a:lnTo>
                  <a:lnTo>
                    <a:pt x="90678" y="266953"/>
                  </a:lnTo>
                  <a:lnTo>
                    <a:pt x="63627" y="231394"/>
                  </a:lnTo>
                  <a:close/>
                </a:path>
                <a:path w="266700" h="350520">
                  <a:moveTo>
                    <a:pt x="203073" y="231394"/>
                  </a:moveTo>
                  <a:lnTo>
                    <a:pt x="176022" y="266953"/>
                  </a:lnTo>
                  <a:lnTo>
                    <a:pt x="227584" y="299212"/>
                  </a:lnTo>
                  <a:lnTo>
                    <a:pt x="203073" y="231394"/>
                  </a:lnTo>
                  <a:close/>
                </a:path>
                <a:path w="266700" h="350520">
                  <a:moveTo>
                    <a:pt x="133350" y="87629"/>
                  </a:moveTo>
                  <a:lnTo>
                    <a:pt x="107394" y="94517"/>
                  </a:lnTo>
                  <a:lnTo>
                    <a:pt x="86201" y="113299"/>
                  </a:lnTo>
                  <a:lnTo>
                    <a:pt x="71913" y="141154"/>
                  </a:lnTo>
                  <a:lnTo>
                    <a:pt x="66675" y="175259"/>
                  </a:lnTo>
                  <a:lnTo>
                    <a:pt x="71913" y="209365"/>
                  </a:lnTo>
                  <a:lnTo>
                    <a:pt x="86201" y="237220"/>
                  </a:lnTo>
                  <a:lnTo>
                    <a:pt x="107394" y="256002"/>
                  </a:lnTo>
                  <a:lnTo>
                    <a:pt x="133350" y="262890"/>
                  </a:lnTo>
                  <a:lnTo>
                    <a:pt x="159305" y="256002"/>
                  </a:lnTo>
                  <a:lnTo>
                    <a:pt x="180498" y="237220"/>
                  </a:lnTo>
                  <a:lnTo>
                    <a:pt x="194786" y="209365"/>
                  </a:lnTo>
                  <a:lnTo>
                    <a:pt x="200025" y="175259"/>
                  </a:lnTo>
                  <a:lnTo>
                    <a:pt x="194786" y="141154"/>
                  </a:lnTo>
                  <a:lnTo>
                    <a:pt x="180498" y="113299"/>
                  </a:lnTo>
                  <a:lnTo>
                    <a:pt x="159305" y="94517"/>
                  </a:lnTo>
                  <a:lnTo>
                    <a:pt x="133350" y="87629"/>
                  </a:lnTo>
                  <a:close/>
                </a:path>
                <a:path w="266700" h="350520">
                  <a:moveTo>
                    <a:pt x="53848" y="150113"/>
                  </a:moveTo>
                  <a:lnTo>
                    <a:pt x="0" y="175259"/>
                  </a:lnTo>
                  <a:lnTo>
                    <a:pt x="53848" y="200406"/>
                  </a:lnTo>
                  <a:lnTo>
                    <a:pt x="53848" y="150113"/>
                  </a:lnTo>
                  <a:close/>
                </a:path>
                <a:path w="266700" h="350520">
                  <a:moveTo>
                    <a:pt x="39116" y="51307"/>
                  </a:moveTo>
                  <a:lnTo>
                    <a:pt x="63627" y="119125"/>
                  </a:lnTo>
                  <a:lnTo>
                    <a:pt x="90678" y="83565"/>
                  </a:lnTo>
                  <a:lnTo>
                    <a:pt x="39116" y="51307"/>
                  </a:lnTo>
                  <a:close/>
                </a:path>
                <a:path w="266700" h="350520">
                  <a:moveTo>
                    <a:pt x="227584" y="51307"/>
                  </a:moveTo>
                  <a:lnTo>
                    <a:pt x="176022" y="83565"/>
                  </a:lnTo>
                  <a:lnTo>
                    <a:pt x="203073" y="119125"/>
                  </a:lnTo>
                  <a:lnTo>
                    <a:pt x="227584" y="51307"/>
                  </a:lnTo>
                  <a:close/>
                </a:path>
                <a:path w="266700" h="350520">
                  <a:moveTo>
                    <a:pt x="133350" y="0"/>
                  </a:moveTo>
                  <a:lnTo>
                    <a:pt x="114173" y="70738"/>
                  </a:lnTo>
                  <a:lnTo>
                    <a:pt x="152527" y="70738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rgbClr val="FF006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9" name="object 5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17363" y="5244083"/>
              <a:ext cx="295655" cy="379475"/>
            </a:xfrm>
            <a:prstGeom prst="rect">
              <a:avLst/>
            </a:prstGeom>
          </p:spPr>
        </p:pic>
        <p:pic>
          <p:nvPicPr>
            <p:cNvPr id="60" name="object 60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807463" y="3093719"/>
              <a:ext cx="170687" cy="188975"/>
            </a:xfrm>
            <a:prstGeom prst="rect">
              <a:avLst/>
            </a:prstGeom>
          </p:spPr>
        </p:pic>
        <p:sp>
          <p:nvSpPr>
            <p:cNvPr id="61" name="object 61" descr=""/>
            <p:cNvSpPr/>
            <p:nvPr/>
          </p:nvSpPr>
          <p:spPr>
            <a:xfrm>
              <a:off x="2673603" y="3272662"/>
              <a:ext cx="86995" cy="992505"/>
            </a:xfrm>
            <a:custGeom>
              <a:avLst/>
              <a:gdLst/>
              <a:ahLst/>
              <a:cxnLst/>
              <a:rect l="l" t="t" r="r" b="b"/>
              <a:pathLst>
                <a:path w="86994" h="992504">
                  <a:moveTo>
                    <a:pt x="46735" y="0"/>
                  </a:moveTo>
                  <a:lnTo>
                    <a:pt x="17779" y="253"/>
                  </a:lnTo>
                  <a:lnTo>
                    <a:pt x="18160" y="29210"/>
                  </a:lnTo>
                  <a:lnTo>
                    <a:pt x="47116" y="28956"/>
                  </a:lnTo>
                  <a:lnTo>
                    <a:pt x="46735" y="0"/>
                  </a:lnTo>
                  <a:close/>
                </a:path>
                <a:path w="86994" h="992504">
                  <a:moveTo>
                    <a:pt x="47497" y="57912"/>
                  </a:moveTo>
                  <a:lnTo>
                    <a:pt x="18541" y="58165"/>
                  </a:lnTo>
                  <a:lnTo>
                    <a:pt x="18795" y="87122"/>
                  </a:lnTo>
                  <a:lnTo>
                    <a:pt x="47751" y="86867"/>
                  </a:lnTo>
                  <a:lnTo>
                    <a:pt x="47497" y="57912"/>
                  </a:lnTo>
                  <a:close/>
                </a:path>
                <a:path w="86994" h="992504">
                  <a:moveTo>
                    <a:pt x="48132" y="115824"/>
                  </a:moveTo>
                  <a:lnTo>
                    <a:pt x="19176" y="116077"/>
                  </a:lnTo>
                  <a:lnTo>
                    <a:pt x="19557" y="145034"/>
                  </a:lnTo>
                  <a:lnTo>
                    <a:pt x="48513" y="144779"/>
                  </a:lnTo>
                  <a:lnTo>
                    <a:pt x="48132" y="115824"/>
                  </a:lnTo>
                  <a:close/>
                </a:path>
                <a:path w="86994" h="992504">
                  <a:moveTo>
                    <a:pt x="48894" y="173609"/>
                  </a:moveTo>
                  <a:lnTo>
                    <a:pt x="19938" y="173989"/>
                  </a:lnTo>
                  <a:lnTo>
                    <a:pt x="20319" y="202946"/>
                  </a:lnTo>
                  <a:lnTo>
                    <a:pt x="49275" y="202564"/>
                  </a:lnTo>
                  <a:lnTo>
                    <a:pt x="48894" y="173609"/>
                  </a:lnTo>
                  <a:close/>
                </a:path>
                <a:path w="86994" h="992504">
                  <a:moveTo>
                    <a:pt x="49529" y="231521"/>
                  </a:moveTo>
                  <a:lnTo>
                    <a:pt x="20573" y="231901"/>
                  </a:lnTo>
                  <a:lnTo>
                    <a:pt x="20954" y="260858"/>
                  </a:lnTo>
                  <a:lnTo>
                    <a:pt x="49910" y="260476"/>
                  </a:lnTo>
                  <a:lnTo>
                    <a:pt x="49529" y="231521"/>
                  </a:lnTo>
                  <a:close/>
                </a:path>
                <a:path w="86994" h="992504">
                  <a:moveTo>
                    <a:pt x="50291" y="289433"/>
                  </a:moveTo>
                  <a:lnTo>
                    <a:pt x="21335" y="289813"/>
                  </a:lnTo>
                  <a:lnTo>
                    <a:pt x="21716" y="318770"/>
                  </a:lnTo>
                  <a:lnTo>
                    <a:pt x="50672" y="318388"/>
                  </a:lnTo>
                  <a:lnTo>
                    <a:pt x="50291" y="289433"/>
                  </a:lnTo>
                  <a:close/>
                </a:path>
                <a:path w="86994" h="992504">
                  <a:moveTo>
                    <a:pt x="51053" y="347344"/>
                  </a:moveTo>
                  <a:lnTo>
                    <a:pt x="22097" y="347725"/>
                  </a:lnTo>
                  <a:lnTo>
                    <a:pt x="22351" y="376681"/>
                  </a:lnTo>
                  <a:lnTo>
                    <a:pt x="51307" y="376300"/>
                  </a:lnTo>
                  <a:lnTo>
                    <a:pt x="51053" y="347344"/>
                  </a:lnTo>
                  <a:close/>
                </a:path>
                <a:path w="86994" h="992504">
                  <a:moveTo>
                    <a:pt x="51688" y="405256"/>
                  </a:moveTo>
                  <a:lnTo>
                    <a:pt x="22732" y="405638"/>
                  </a:lnTo>
                  <a:lnTo>
                    <a:pt x="23113" y="434594"/>
                  </a:lnTo>
                  <a:lnTo>
                    <a:pt x="52069" y="434213"/>
                  </a:lnTo>
                  <a:lnTo>
                    <a:pt x="51688" y="405256"/>
                  </a:lnTo>
                  <a:close/>
                </a:path>
                <a:path w="86994" h="992504">
                  <a:moveTo>
                    <a:pt x="52450" y="463169"/>
                  </a:moveTo>
                  <a:lnTo>
                    <a:pt x="23494" y="463550"/>
                  </a:lnTo>
                  <a:lnTo>
                    <a:pt x="23875" y="492506"/>
                  </a:lnTo>
                  <a:lnTo>
                    <a:pt x="52831" y="492125"/>
                  </a:lnTo>
                  <a:lnTo>
                    <a:pt x="52450" y="463169"/>
                  </a:lnTo>
                  <a:close/>
                </a:path>
                <a:path w="86994" h="992504">
                  <a:moveTo>
                    <a:pt x="53085" y="521081"/>
                  </a:moveTo>
                  <a:lnTo>
                    <a:pt x="24129" y="521462"/>
                  </a:lnTo>
                  <a:lnTo>
                    <a:pt x="24510" y="550418"/>
                  </a:lnTo>
                  <a:lnTo>
                    <a:pt x="53466" y="550037"/>
                  </a:lnTo>
                  <a:lnTo>
                    <a:pt x="53085" y="521081"/>
                  </a:lnTo>
                  <a:close/>
                </a:path>
                <a:path w="86994" h="992504">
                  <a:moveTo>
                    <a:pt x="53847" y="578993"/>
                  </a:moveTo>
                  <a:lnTo>
                    <a:pt x="24891" y="579374"/>
                  </a:lnTo>
                  <a:lnTo>
                    <a:pt x="25272" y="608330"/>
                  </a:lnTo>
                  <a:lnTo>
                    <a:pt x="54228" y="607949"/>
                  </a:lnTo>
                  <a:lnTo>
                    <a:pt x="53847" y="578993"/>
                  </a:lnTo>
                  <a:close/>
                </a:path>
                <a:path w="86994" h="992504">
                  <a:moveTo>
                    <a:pt x="54609" y="636905"/>
                  </a:moveTo>
                  <a:lnTo>
                    <a:pt x="25653" y="637286"/>
                  </a:lnTo>
                  <a:lnTo>
                    <a:pt x="25907" y="666242"/>
                  </a:lnTo>
                  <a:lnTo>
                    <a:pt x="54863" y="665861"/>
                  </a:lnTo>
                  <a:lnTo>
                    <a:pt x="54609" y="636905"/>
                  </a:lnTo>
                  <a:close/>
                </a:path>
                <a:path w="86994" h="992504">
                  <a:moveTo>
                    <a:pt x="55244" y="694817"/>
                  </a:moveTo>
                  <a:lnTo>
                    <a:pt x="26288" y="695198"/>
                  </a:lnTo>
                  <a:lnTo>
                    <a:pt x="26669" y="724154"/>
                  </a:lnTo>
                  <a:lnTo>
                    <a:pt x="55625" y="723773"/>
                  </a:lnTo>
                  <a:lnTo>
                    <a:pt x="55244" y="694817"/>
                  </a:lnTo>
                  <a:close/>
                </a:path>
                <a:path w="86994" h="992504">
                  <a:moveTo>
                    <a:pt x="56006" y="752729"/>
                  </a:moveTo>
                  <a:lnTo>
                    <a:pt x="27050" y="753110"/>
                  </a:lnTo>
                  <a:lnTo>
                    <a:pt x="27431" y="782066"/>
                  </a:lnTo>
                  <a:lnTo>
                    <a:pt x="56387" y="781685"/>
                  </a:lnTo>
                  <a:lnTo>
                    <a:pt x="56006" y="752729"/>
                  </a:lnTo>
                  <a:close/>
                </a:path>
                <a:path w="86994" h="992504">
                  <a:moveTo>
                    <a:pt x="56641" y="810641"/>
                  </a:moveTo>
                  <a:lnTo>
                    <a:pt x="27685" y="811022"/>
                  </a:lnTo>
                  <a:lnTo>
                    <a:pt x="28066" y="839978"/>
                  </a:lnTo>
                  <a:lnTo>
                    <a:pt x="57022" y="839597"/>
                  </a:lnTo>
                  <a:lnTo>
                    <a:pt x="56641" y="810641"/>
                  </a:lnTo>
                  <a:close/>
                </a:path>
                <a:path w="86994" h="992504">
                  <a:moveTo>
                    <a:pt x="57403" y="868553"/>
                  </a:moveTo>
                  <a:lnTo>
                    <a:pt x="28447" y="868934"/>
                  </a:lnTo>
                  <a:lnTo>
                    <a:pt x="28828" y="897889"/>
                  </a:lnTo>
                  <a:lnTo>
                    <a:pt x="57784" y="897509"/>
                  </a:lnTo>
                  <a:lnTo>
                    <a:pt x="57403" y="868553"/>
                  </a:lnTo>
                  <a:close/>
                </a:path>
                <a:path w="86994" h="992504">
                  <a:moveTo>
                    <a:pt x="86868" y="904875"/>
                  </a:moveTo>
                  <a:lnTo>
                    <a:pt x="0" y="905891"/>
                  </a:lnTo>
                  <a:lnTo>
                    <a:pt x="44450" y="992251"/>
                  </a:lnTo>
                  <a:lnTo>
                    <a:pt x="86868" y="9048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2" name="object 62" descr=""/>
          <p:cNvSpPr txBox="1"/>
          <p:nvPr/>
        </p:nvSpPr>
        <p:spPr>
          <a:xfrm>
            <a:off x="6701028" y="2272283"/>
            <a:ext cx="2082164" cy="1315720"/>
          </a:xfrm>
          <a:prstGeom prst="rect">
            <a:avLst/>
          </a:prstGeom>
          <a:solidFill>
            <a:srgbClr val="CCFF99"/>
          </a:solidFill>
        </p:spPr>
        <p:txBody>
          <a:bodyPr wrap="square" lIns="0" tIns="3683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290"/>
              </a:spcBef>
            </a:pPr>
            <a:r>
              <a:rPr dirty="0" sz="2000" spc="-10" b="1">
                <a:latin typeface="Times New Roman"/>
                <a:cs typeface="Times New Roman"/>
              </a:rPr>
              <a:t>software</a:t>
            </a:r>
            <a:r>
              <a:rPr dirty="0" sz="2000" spc="-210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error</a:t>
            </a:r>
            <a:endParaRPr sz="2000">
              <a:latin typeface="Times New Roman"/>
              <a:cs typeface="Times New Roman"/>
            </a:endParaRPr>
          </a:p>
          <a:p>
            <a:pPr marL="95250" marR="299720">
              <a:lnSpc>
                <a:spcPts val="3529"/>
              </a:lnSpc>
              <a:spcBef>
                <a:spcPts val="90"/>
              </a:spcBef>
            </a:pPr>
            <a:r>
              <a:rPr dirty="0" sz="2000" b="1">
                <a:latin typeface="Times New Roman"/>
                <a:cs typeface="Times New Roman"/>
              </a:rPr>
              <a:t>software</a:t>
            </a:r>
            <a:r>
              <a:rPr dirty="0" sz="2000" spc="-90" b="1">
                <a:latin typeface="Times New Roman"/>
                <a:cs typeface="Times New Roman"/>
              </a:rPr>
              <a:t> </a:t>
            </a:r>
            <a:r>
              <a:rPr dirty="0" sz="2000" spc="-20" b="1">
                <a:latin typeface="Times New Roman"/>
                <a:cs typeface="Times New Roman"/>
              </a:rPr>
              <a:t>fault </a:t>
            </a:r>
            <a:r>
              <a:rPr dirty="0" sz="2000" spc="-10" b="1">
                <a:latin typeface="Times New Roman"/>
                <a:cs typeface="Times New Roman"/>
              </a:rPr>
              <a:t>software</a:t>
            </a:r>
            <a:r>
              <a:rPr dirty="0" sz="2000" spc="-225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failure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10994" y="475233"/>
            <a:ext cx="4868545" cy="60515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40"/>
              <a:t>Causes</a:t>
            </a:r>
            <a:r>
              <a:rPr dirty="0" spc="-170"/>
              <a:t> </a:t>
            </a:r>
            <a:r>
              <a:rPr dirty="0"/>
              <a:t>of</a:t>
            </a:r>
            <a:r>
              <a:rPr dirty="0" spc="-110"/>
              <a:t> </a:t>
            </a:r>
            <a:r>
              <a:rPr dirty="0" spc="-70"/>
              <a:t>software</a:t>
            </a:r>
            <a:r>
              <a:rPr dirty="0" spc="-145"/>
              <a:t> </a:t>
            </a:r>
            <a:r>
              <a:rPr dirty="0" spc="-20"/>
              <a:t>errors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29590" y="1230249"/>
            <a:ext cx="8420735" cy="45764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75285" indent="-363855">
              <a:lnSpc>
                <a:spcPts val="3710"/>
              </a:lnSpc>
              <a:spcBef>
                <a:spcPts val="105"/>
              </a:spcBef>
              <a:buSzPct val="96875"/>
              <a:buFont typeface="Wingdings"/>
              <a:buChar char=""/>
              <a:tabLst>
                <a:tab pos="375285" algn="l"/>
              </a:tabLst>
            </a:pPr>
            <a:r>
              <a:rPr dirty="0" sz="3200" b="1">
                <a:solidFill>
                  <a:srgbClr val="FF6600"/>
                </a:solidFill>
                <a:latin typeface="Carlito"/>
                <a:cs typeface="Carlito"/>
              </a:rPr>
              <a:t>Errors</a:t>
            </a:r>
            <a:r>
              <a:rPr dirty="0" sz="3200" spc="-80" b="1">
                <a:solidFill>
                  <a:srgbClr val="FF6600"/>
                </a:solidFill>
                <a:latin typeface="Carlito"/>
                <a:cs typeface="Carlito"/>
              </a:rPr>
              <a:t> </a:t>
            </a:r>
            <a:r>
              <a:rPr dirty="0" sz="3200" b="1">
                <a:solidFill>
                  <a:srgbClr val="FF6600"/>
                </a:solidFill>
                <a:latin typeface="Carlito"/>
                <a:cs typeface="Carlito"/>
              </a:rPr>
              <a:t>may</a:t>
            </a:r>
            <a:r>
              <a:rPr dirty="0" sz="3200" spc="-65" b="1">
                <a:solidFill>
                  <a:srgbClr val="FF6600"/>
                </a:solidFill>
                <a:latin typeface="Carlito"/>
                <a:cs typeface="Carlito"/>
              </a:rPr>
              <a:t> </a:t>
            </a:r>
            <a:r>
              <a:rPr dirty="0" sz="3200" b="1">
                <a:solidFill>
                  <a:srgbClr val="FF6600"/>
                </a:solidFill>
                <a:latin typeface="Carlito"/>
                <a:cs typeface="Carlito"/>
              </a:rPr>
              <a:t>occur</a:t>
            </a:r>
            <a:r>
              <a:rPr dirty="0" sz="3200" spc="-75" b="1">
                <a:solidFill>
                  <a:srgbClr val="FF6600"/>
                </a:solidFill>
                <a:latin typeface="Carlito"/>
                <a:cs typeface="Carlito"/>
              </a:rPr>
              <a:t> </a:t>
            </a:r>
            <a:r>
              <a:rPr dirty="0" sz="3200" b="1">
                <a:solidFill>
                  <a:srgbClr val="FF6600"/>
                </a:solidFill>
                <a:latin typeface="Carlito"/>
                <a:cs typeface="Carlito"/>
              </a:rPr>
              <a:t>for</a:t>
            </a:r>
            <a:r>
              <a:rPr dirty="0" sz="3200" spc="-60" b="1">
                <a:solidFill>
                  <a:srgbClr val="FF6600"/>
                </a:solidFill>
                <a:latin typeface="Carlito"/>
                <a:cs typeface="Carlito"/>
              </a:rPr>
              <a:t> </a:t>
            </a:r>
            <a:r>
              <a:rPr dirty="0" sz="3200" b="1">
                <a:solidFill>
                  <a:srgbClr val="FF6600"/>
                </a:solidFill>
                <a:latin typeface="Carlito"/>
                <a:cs typeface="Carlito"/>
              </a:rPr>
              <a:t>many</a:t>
            </a:r>
            <a:r>
              <a:rPr dirty="0" sz="3200" spc="-80" b="1">
                <a:solidFill>
                  <a:srgbClr val="FF6600"/>
                </a:solidFill>
                <a:latin typeface="Carlito"/>
                <a:cs typeface="Carlito"/>
              </a:rPr>
              <a:t> </a:t>
            </a:r>
            <a:r>
              <a:rPr dirty="0" sz="3200" b="1">
                <a:solidFill>
                  <a:srgbClr val="FF6600"/>
                </a:solidFill>
                <a:latin typeface="Carlito"/>
                <a:cs typeface="Carlito"/>
              </a:rPr>
              <a:t>reasons,</a:t>
            </a:r>
            <a:r>
              <a:rPr dirty="0" sz="3200" spc="-75" b="1">
                <a:solidFill>
                  <a:srgbClr val="FF6600"/>
                </a:solidFill>
                <a:latin typeface="Carlito"/>
                <a:cs typeface="Carlito"/>
              </a:rPr>
              <a:t> </a:t>
            </a:r>
            <a:r>
              <a:rPr dirty="0" sz="3200" b="1">
                <a:solidFill>
                  <a:srgbClr val="FF6600"/>
                </a:solidFill>
                <a:latin typeface="Carlito"/>
                <a:cs typeface="Carlito"/>
              </a:rPr>
              <a:t>such</a:t>
            </a:r>
            <a:r>
              <a:rPr dirty="0" sz="3200" spc="-80" b="1">
                <a:solidFill>
                  <a:srgbClr val="FF6600"/>
                </a:solidFill>
                <a:latin typeface="Carlito"/>
                <a:cs typeface="Carlito"/>
              </a:rPr>
              <a:t> </a:t>
            </a:r>
            <a:r>
              <a:rPr dirty="0" sz="3200" spc="-25" b="1">
                <a:solidFill>
                  <a:srgbClr val="FF6600"/>
                </a:solidFill>
                <a:latin typeface="Carlito"/>
                <a:cs typeface="Carlito"/>
              </a:rPr>
              <a:t>as</a:t>
            </a:r>
            <a:r>
              <a:rPr dirty="0" sz="3200" spc="-25" b="1">
                <a:solidFill>
                  <a:srgbClr val="44536A"/>
                </a:solidFill>
                <a:latin typeface="Carlito"/>
                <a:cs typeface="Carlito"/>
              </a:rPr>
              <a:t>:</a:t>
            </a:r>
            <a:endParaRPr sz="3200">
              <a:latin typeface="Carlito"/>
              <a:cs typeface="Carlito"/>
            </a:endParaRPr>
          </a:p>
          <a:p>
            <a:pPr lvl="1" marL="526415" indent="-170815">
              <a:lnSpc>
                <a:spcPts val="3100"/>
              </a:lnSpc>
              <a:buFont typeface="Arial"/>
              <a:buChar char="•"/>
              <a:tabLst>
                <a:tab pos="526415" algn="l"/>
              </a:tabLst>
            </a:pPr>
            <a:r>
              <a:rPr dirty="0" sz="2800">
                <a:latin typeface="Carlito"/>
                <a:cs typeface="Carlito"/>
              </a:rPr>
              <a:t>Time </a:t>
            </a:r>
            <a:r>
              <a:rPr dirty="0" sz="2800" spc="-10">
                <a:latin typeface="Carlito"/>
                <a:cs typeface="Carlito"/>
              </a:rPr>
              <a:t>pressure</a:t>
            </a:r>
            <a:endParaRPr sz="2800">
              <a:latin typeface="Carlito"/>
              <a:cs typeface="Carlito"/>
            </a:endParaRPr>
          </a:p>
          <a:p>
            <a:pPr lvl="1" marL="526415" indent="-170815">
              <a:lnSpc>
                <a:spcPts val="3090"/>
              </a:lnSpc>
              <a:buFont typeface="Arial"/>
              <a:buChar char="•"/>
              <a:tabLst>
                <a:tab pos="526415" algn="l"/>
              </a:tabLst>
            </a:pPr>
            <a:r>
              <a:rPr dirty="0" sz="2800">
                <a:latin typeface="Carlito"/>
                <a:cs typeface="Carlito"/>
              </a:rPr>
              <a:t>Human</a:t>
            </a:r>
            <a:r>
              <a:rPr dirty="0" sz="2800" spc="-45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is</a:t>
            </a:r>
            <a:r>
              <a:rPr dirty="0" sz="2800" spc="-75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error</a:t>
            </a:r>
            <a:r>
              <a:rPr dirty="0" sz="2800" spc="-75">
                <a:latin typeface="Carlito"/>
                <a:cs typeface="Carlito"/>
              </a:rPr>
              <a:t> </a:t>
            </a:r>
            <a:r>
              <a:rPr dirty="0" sz="2800" spc="-10">
                <a:latin typeface="Carlito"/>
                <a:cs typeface="Carlito"/>
              </a:rPr>
              <a:t>prone</a:t>
            </a:r>
            <a:endParaRPr sz="2800">
              <a:latin typeface="Carlito"/>
              <a:cs typeface="Carlito"/>
            </a:endParaRPr>
          </a:p>
          <a:p>
            <a:pPr lvl="1" marL="525780" marR="1427480" indent="-170815">
              <a:lnSpc>
                <a:spcPts val="2690"/>
              </a:lnSpc>
              <a:spcBef>
                <a:spcPts val="505"/>
              </a:spcBef>
              <a:buFont typeface="Arial"/>
              <a:buChar char="•"/>
              <a:tabLst>
                <a:tab pos="527685" algn="l"/>
              </a:tabLst>
            </a:pPr>
            <a:r>
              <a:rPr dirty="0" sz="2800">
                <a:latin typeface="Carlito"/>
                <a:cs typeface="Carlito"/>
              </a:rPr>
              <a:t>Inexperienced</a:t>
            </a:r>
            <a:r>
              <a:rPr dirty="0" sz="2800" spc="-90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or</a:t>
            </a:r>
            <a:r>
              <a:rPr dirty="0" sz="2800" spc="-100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insufficiently</a:t>
            </a:r>
            <a:r>
              <a:rPr dirty="0" sz="2800" spc="-90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skilled</a:t>
            </a:r>
            <a:r>
              <a:rPr dirty="0" sz="2800" spc="-90">
                <a:latin typeface="Carlito"/>
                <a:cs typeface="Carlito"/>
              </a:rPr>
              <a:t> </a:t>
            </a:r>
            <a:r>
              <a:rPr dirty="0" sz="2800" spc="-10">
                <a:latin typeface="Carlito"/>
                <a:cs typeface="Carlito"/>
              </a:rPr>
              <a:t>project 	participants</a:t>
            </a:r>
            <a:endParaRPr sz="2800">
              <a:latin typeface="Carlito"/>
              <a:cs typeface="Carlito"/>
            </a:endParaRPr>
          </a:p>
          <a:p>
            <a:pPr lvl="1" marL="525780" marR="148590" indent="-170815">
              <a:lnSpc>
                <a:spcPct val="80000"/>
              </a:lnSpc>
              <a:spcBef>
                <a:spcPts val="420"/>
              </a:spcBef>
              <a:buFont typeface="Arial"/>
              <a:buChar char="•"/>
              <a:tabLst>
                <a:tab pos="527685" algn="l"/>
              </a:tabLst>
            </a:pPr>
            <a:r>
              <a:rPr dirty="0" sz="2800" spc="-10">
                <a:latin typeface="Carlito"/>
                <a:cs typeface="Carlito"/>
              </a:rPr>
              <a:t>Miscommunication</a:t>
            </a:r>
            <a:r>
              <a:rPr dirty="0" sz="2800" spc="-85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between</a:t>
            </a:r>
            <a:r>
              <a:rPr dirty="0" sz="2800" spc="-114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project</a:t>
            </a:r>
            <a:r>
              <a:rPr dirty="0" sz="2800" spc="-110">
                <a:latin typeface="Carlito"/>
                <a:cs typeface="Carlito"/>
              </a:rPr>
              <a:t> </a:t>
            </a:r>
            <a:r>
              <a:rPr dirty="0" sz="2800" spc="-10">
                <a:latin typeface="Carlito"/>
                <a:cs typeface="Carlito"/>
              </a:rPr>
              <a:t>participants, </a:t>
            </a:r>
            <a:r>
              <a:rPr dirty="0" sz="2800" spc="-10">
                <a:latin typeface="Carlito"/>
                <a:cs typeface="Carlito"/>
              </a:rPr>
              <a:t>	</a:t>
            </a:r>
            <a:r>
              <a:rPr dirty="0" sz="2800">
                <a:latin typeface="Carlito"/>
                <a:cs typeface="Carlito"/>
              </a:rPr>
              <a:t>including</a:t>
            </a:r>
            <a:r>
              <a:rPr dirty="0" sz="2800" spc="-90">
                <a:latin typeface="Carlito"/>
                <a:cs typeface="Carlito"/>
              </a:rPr>
              <a:t> </a:t>
            </a:r>
            <a:r>
              <a:rPr dirty="0" sz="2800" spc="-10">
                <a:latin typeface="Carlito"/>
                <a:cs typeface="Carlito"/>
              </a:rPr>
              <a:t>miscommunication</a:t>
            </a:r>
            <a:r>
              <a:rPr dirty="0" sz="2800" spc="-80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about</a:t>
            </a:r>
            <a:r>
              <a:rPr dirty="0" sz="2800" spc="-95">
                <a:latin typeface="Carlito"/>
                <a:cs typeface="Carlito"/>
              </a:rPr>
              <a:t> </a:t>
            </a:r>
            <a:r>
              <a:rPr dirty="0" sz="2800" spc="-10">
                <a:latin typeface="Carlito"/>
                <a:cs typeface="Carlito"/>
              </a:rPr>
              <a:t>requirements</a:t>
            </a:r>
            <a:r>
              <a:rPr dirty="0" sz="2800" spc="-95">
                <a:latin typeface="Carlito"/>
                <a:cs typeface="Carlito"/>
              </a:rPr>
              <a:t> </a:t>
            </a:r>
            <a:r>
              <a:rPr dirty="0" sz="2800" spc="-25">
                <a:latin typeface="Carlito"/>
                <a:cs typeface="Carlito"/>
              </a:rPr>
              <a:t>and </a:t>
            </a:r>
            <a:r>
              <a:rPr dirty="0" sz="2800" spc="-25">
                <a:latin typeface="Carlito"/>
                <a:cs typeface="Carlito"/>
              </a:rPr>
              <a:t>	</a:t>
            </a:r>
            <a:r>
              <a:rPr dirty="0" sz="2800" spc="-10">
                <a:latin typeface="Carlito"/>
                <a:cs typeface="Carlito"/>
              </a:rPr>
              <a:t>design</a:t>
            </a:r>
            <a:endParaRPr sz="2800">
              <a:latin typeface="Carlito"/>
              <a:cs typeface="Carlito"/>
            </a:endParaRPr>
          </a:p>
          <a:p>
            <a:pPr lvl="1" marL="525780" marR="5080" indent="-170815">
              <a:lnSpc>
                <a:spcPts val="2690"/>
              </a:lnSpc>
              <a:spcBef>
                <a:spcPts val="385"/>
              </a:spcBef>
              <a:buFont typeface="Arial"/>
              <a:buChar char="•"/>
              <a:tabLst>
                <a:tab pos="527685" algn="l"/>
              </a:tabLst>
            </a:pPr>
            <a:r>
              <a:rPr dirty="0" sz="2800">
                <a:latin typeface="Carlito"/>
                <a:cs typeface="Carlito"/>
              </a:rPr>
              <a:t>Complexity</a:t>
            </a:r>
            <a:r>
              <a:rPr dirty="0" sz="2800" spc="-50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of</a:t>
            </a:r>
            <a:r>
              <a:rPr dirty="0" sz="2800" spc="-55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the</a:t>
            </a:r>
            <a:r>
              <a:rPr dirty="0" sz="2800" spc="-40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code,</a:t>
            </a:r>
            <a:r>
              <a:rPr dirty="0" sz="2800" spc="-40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design,</a:t>
            </a:r>
            <a:r>
              <a:rPr dirty="0" sz="2800" spc="-40">
                <a:latin typeface="Carlito"/>
                <a:cs typeface="Carlito"/>
              </a:rPr>
              <a:t> </a:t>
            </a:r>
            <a:r>
              <a:rPr dirty="0" sz="2800" spc="-10">
                <a:latin typeface="Carlito"/>
                <a:cs typeface="Carlito"/>
              </a:rPr>
              <a:t>architecture,</a:t>
            </a:r>
            <a:r>
              <a:rPr dirty="0" sz="2800" spc="-45">
                <a:latin typeface="Carlito"/>
                <a:cs typeface="Carlito"/>
              </a:rPr>
              <a:t> </a:t>
            </a:r>
            <a:r>
              <a:rPr dirty="0" sz="2800" spc="-25">
                <a:latin typeface="Carlito"/>
                <a:cs typeface="Carlito"/>
              </a:rPr>
              <a:t>the </a:t>
            </a:r>
            <a:r>
              <a:rPr dirty="0" sz="2800" spc="-25">
                <a:latin typeface="Carlito"/>
                <a:cs typeface="Carlito"/>
              </a:rPr>
              <a:t>	</a:t>
            </a:r>
            <a:r>
              <a:rPr dirty="0" sz="2800">
                <a:latin typeface="Carlito"/>
                <a:cs typeface="Carlito"/>
              </a:rPr>
              <a:t>underlying</a:t>
            </a:r>
            <a:r>
              <a:rPr dirty="0" sz="2800" spc="-10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problem</a:t>
            </a:r>
            <a:r>
              <a:rPr dirty="0" sz="2800" spc="-40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to</a:t>
            </a:r>
            <a:r>
              <a:rPr dirty="0" sz="2800" spc="-60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be</a:t>
            </a:r>
            <a:r>
              <a:rPr dirty="0" sz="2800" spc="-40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solved,</a:t>
            </a:r>
            <a:r>
              <a:rPr dirty="0" sz="2800" spc="-50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and</a:t>
            </a:r>
            <a:r>
              <a:rPr dirty="0" sz="2800" spc="-35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the</a:t>
            </a:r>
            <a:r>
              <a:rPr dirty="0" sz="2800" spc="-55">
                <a:latin typeface="Carlito"/>
                <a:cs typeface="Carlito"/>
              </a:rPr>
              <a:t> </a:t>
            </a:r>
            <a:r>
              <a:rPr dirty="0" sz="2800" spc="-10">
                <a:latin typeface="Carlito"/>
                <a:cs typeface="Carlito"/>
              </a:rPr>
              <a:t>technologies </a:t>
            </a:r>
            <a:r>
              <a:rPr dirty="0" sz="2800" spc="-10">
                <a:latin typeface="Carlito"/>
                <a:cs typeface="Carlito"/>
              </a:rPr>
              <a:t>	</a:t>
            </a:r>
            <a:r>
              <a:rPr dirty="0" sz="2800" spc="-20">
                <a:latin typeface="Carlito"/>
                <a:cs typeface="Carlito"/>
              </a:rPr>
              <a:t>used</a:t>
            </a:r>
            <a:endParaRPr sz="2800">
              <a:latin typeface="Carlito"/>
              <a:cs typeface="Carlito"/>
            </a:endParaRPr>
          </a:p>
          <a:p>
            <a:pPr lvl="1" marL="526415" indent="-170815">
              <a:lnSpc>
                <a:spcPts val="3105"/>
              </a:lnSpc>
              <a:buFont typeface="Arial"/>
              <a:buChar char="•"/>
              <a:tabLst>
                <a:tab pos="526415" algn="l"/>
              </a:tabLst>
            </a:pPr>
            <a:r>
              <a:rPr dirty="0" sz="2800" spc="-50">
                <a:latin typeface="Carlito"/>
                <a:cs typeface="Carlito"/>
              </a:rPr>
              <a:t>New,</a:t>
            </a:r>
            <a:r>
              <a:rPr dirty="0" sz="2800" spc="-110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unfamiliar</a:t>
            </a:r>
            <a:r>
              <a:rPr dirty="0" sz="2800" spc="-105">
                <a:latin typeface="Carlito"/>
                <a:cs typeface="Carlito"/>
              </a:rPr>
              <a:t> </a:t>
            </a:r>
            <a:r>
              <a:rPr dirty="0" sz="2800" spc="-10">
                <a:latin typeface="Carlito"/>
                <a:cs typeface="Carlito"/>
              </a:rPr>
              <a:t>technologies</a:t>
            </a:r>
            <a:endParaRPr sz="28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07616" y="370458"/>
            <a:ext cx="6035675" cy="60515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60"/>
              <a:t>Definitions</a:t>
            </a:r>
            <a:r>
              <a:rPr dirty="0" spc="-145"/>
              <a:t> </a:t>
            </a:r>
            <a:r>
              <a:rPr dirty="0"/>
              <a:t>of</a:t>
            </a:r>
            <a:r>
              <a:rPr dirty="0" spc="-114"/>
              <a:t> </a:t>
            </a:r>
            <a:r>
              <a:rPr dirty="0" spc="-70"/>
              <a:t>Software</a:t>
            </a:r>
            <a:r>
              <a:rPr dirty="0" spc="-140"/>
              <a:t> </a:t>
            </a:r>
            <a:r>
              <a:rPr dirty="0" spc="-55"/>
              <a:t>Testing?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07593" y="3012135"/>
            <a:ext cx="8171180" cy="3148330"/>
          </a:xfrm>
          <a:prstGeom prst="rect">
            <a:avLst/>
          </a:prstGeom>
        </p:spPr>
        <p:txBody>
          <a:bodyPr wrap="square" lIns="0" tIns="62230" rIns="0" bIns="0" rtlCol="0" vert="horz">
            <a:spAutoFit/>
          </a:bodyPr>
          <a:lstStyle/>
          <a:p>
            <a:pPr algn="just" marL="184785" marR="5080" indent="-174625">
              <a:lnSpc>
                <a:spcPct val="90000"/>
              </a:lnSpc>
              <a:spcBef>
                <a:spcPts val="490"/>
              </a:spcBef>
              <a:buSzPct val="96875"/>
              <a:buFont typeface="Wingdings"/>
              <a:buChar char=""/>
              <a:tabLst>
                <a:tab pos="184785" algn="l"/>
                <a:tab pos="374015" algn="l"/>
              </a:tabLst>
            </a:pPr>
            <a:r>
              <a:rPr dirty="0" sz="3200">
                <a:latin typeface="Carlito"/>
                <a:cs typeface="Carlito"/>
              </a:rPr>
              <a:t>	</a:t>
            </a:r>
            <a:r>
              <a:rPr dirty="0" sz="3200">
                <a:latin typeface="Carlito"/>
                <a:cs typeface="Carlito"/>
              </a:rPr>
              <a:t>Software</a:t>
            </a:r>
            <a:r>
              <a:rPr dirty="0" sz="3200" spc="390">
                <a:latin typeface="Carlito"/>
                <a:cs typeface="Carlito"/>
              </a:rPr>
              <a:t> </a:t>
            </a:r>
            <a:r>
              <a:rPr dirty="0" sz="3200">
                <a:latin typeface="Carlito"/>
                <a:cs typeface="Carlito"/>
              </a:rPr>
              <a:t>Testing</a:t>
            </a:r>
            <a:r>
              <a:rPr dirty="0" sz="3200" spc="434">
                <a:latin typeface="Carlito"/>
                <a:cs typeface="Carlito"/>
              </a:rPr>
              <a:t> </a:t>
            </a:r>
            <a:r>
              <a:rPr dirty="0" sz="3200">
                <a:latin typeface="Carlito"/>
                <a:cs typeface="Carlito"/>
              </a:rPr>
              <a:t>the</a:t>
            </a:r>
            <a:r>
              <a:rPr dirty="0" sz="3200" spc="400">
                <a:latin typeface="Carlito"/>
                <a:cs typeface="Carlito"/>
              </a:rPr>
              <a:t> </a:t>
            </a:r>
            <a:r>
              <a:rPr dirty="0" sz="3200" b="1">
                <a:latin typeface="Carlito"/>
                <a:cs typeface="Carlito"/>
              </a:rPr>
              <a:t>process</a:t>
            </a:r>
            <a:r>
              <a:rPr dirty="0" sz="3200" spc="430" b="1">
                <a:latin typeface="Carlito"/>
                <a:cs typeface="Carlito"/>
              </a:rPr>
              <a:t> </a:t>
            </a:r>
            <a:r>
              <a:rPr dirty="0" sz="3200">
                <a:latin typeface="Carlito"/>
                <a:cs typeface="Carlito"/>
              </a:rPr>
              <a:t>consisting</a:t>
            </a:r>
            <a:r>
              <a:rPr dirty="0" sz="3200" spc="415">
                <a:latin typeface="Carlito"/>
                <a:cs typeface="Carlito"/>
              </a:rPr>
              <a:t> </a:t>
            </a:r>
            <a:r>
              <a:rPr dirty="0" sz="3200">
                <a:latin typeface="Carlito"/>
                <a:cs typeface="Carlito"/>
              </a:rPr>
              <a:t>of</a:t>
            </a:r>
            <a:r>
              <a:rPr dirty="0" sz="3200" spc="415">
                <a:latin typeface="Carlito"/>
                <a:cs typeface="Carlito"/>
              </a:rPr>
              <a:t> </a:t>
            </a:r>
            <a:r>
              <a:rPr dirty="0" sz="3200" spc="-25">
                <a:latin typeface="Carlito"/>
                <a:cs typeface="Carlito"/>
              </a:rPr>
              <a:t>all </a:t>
            </a:r>
            <a:r>
              <a:rPr dirty="0" sz="3200">
                <a:latin typeface="Carlito"/>
                <a:cs typeface="Carlito"/>
              </a:rPr>
              <a:t>lifecycle</a:t>
            </a:r>
            <a:r>
              <a:rPr dirty="0" sz="3200" spc="235">
                <a:latin typeface="Carlito"/>
                <a:cs typeface="Carlito"/>
              </a:rPr>
              <a:t>  </a:t>
            </a:r>
            <a:r>
              <a:rPr dirty="0" sz="3200">
                <a:latin typeface="Carlito"/>
                <a:cs typeface="Carlito"/>
              </a:rPr>
              <a:t>activities,</a:t>
            </a:r>
            <a:r>
              <a:rPr dirty="0" sz="3200" spc="240">
                <a:latin typeface="Carlito"/>
                <a:cs typeface="Carlito"/>
              </a:rPr>
              <a:t>  </a:t>
            </a:r>
            <a:r>
              <a:rPr dirty="0" sz="3200">
                <a:latin typeface="Carlito"/>
                <a:cs typeface="Carlito"/>
              </a:rPr>
              <a:t>both</a:t>
            </a:r>
            <a:r>
              <a:rPr dirty="0" sz="3200" spc="245">
                <a:latin typeface="Carlito"/>
                <a:cs typeface="Carlito"/>
              </a:rPr>
              <a:t>  </a:t>
            </a:r>
            <a:r>
              <a:rPr dirty="0" sz="3200">
                <a:latin typeface="Carlito"/>
                <a:cs typeface="Carlito"/>
              </a:rPr>
              <a:t>static</a:t>
            </a:r>
            <a:r>
              <a:rPr dirty="0" sz="3200" spc="250">
                <a:latin typeface="Carlito"/>
                <a:cs typeface="Carlito"/>
              </a:rPr>
              <a:t>  </a:t>
            </a:r>
            <a:r>
              <a:rPr dirty="0" sz="3200">
                <a:latin typeface="Carlito"/>
                <a:cs typeface="Carlito"/>
              </a:rPr>
              <a:t>and</a:t>
            </a:r>
            <a:r>
              <a:rPr dirty="0" sz="3200" spc="254">
                <a:latin typeface="Carlito"/>
                <a:cs typeface="Carlito"/>
              </a:rPr>
              <a:t>  </a:t>
            </a:r>
            <a:r>
              <a:rPr dirty="0" sz="3200" spc="-10">
                <a:latin typeface="Carlito"/>
                <a:cs typeface="Carlito"/>
              </a:rPr>
              <a:t>dynamic, </a:t>
            </a:r>
            <a:r>
              <a:rPr dirty="0" sz="3200">
                <a:latin typeface="Carlito"/>
                <a:cs typeface="Carlito"/>
              </a:rPr>
              <a:t>concerned</a:t>
            </a:r>
            <a:r>
              <a:rPr dirty="0" sz="3200" spc="580">
                <a:latin typeface="Carlito"/>
                <a:cs typeface="Carlito"/>
              </a:rPr>
              <a:t>  </a:t>
            </a:r>
            <a:r>
              <a:rPr dirty="0" sz="3200">
                <a:latin typeface="Carlito"/>
                <a:cs typeface="Carlito"/>
              </a:rPr>
              <a:t>with</a:t>
            </a:r>
            <a:r>
              <a:rPr dirty="0" sz="3200" spc="595">
                <a:latin typeface="Carlito"/>
                <a:cs typeface="Carlito"/>
              </a:rPr>
              <a:t>  </a:t>
            </a:r>
            <a:r>
              <a:rPr dirty="0" sz="3200">
                <a:latin typeface="Carlito"/>
                <a:cs typeface="Carlito"/>
              </a:rPr>
              <a:t>planning,</a:t>
            </a:r>
            <a:r>
              <a:rPr dirty="0" sz="3200" spc="605">
                <a:latin typeface="Carlito"/>
                <a:cs typeface="Carlito"/>
              </a:rPr>
              <a:t>  </a:t>
            </a:r>
            <a:r>
              <a:rPr dirty="0" sz="3200">
                <a:latin typeface="Carlito"/>
                <a:cs typeface="Carlito"/>
              </a:rPr>
              <a:t>preparation</a:t>
            </a:r>
            <a:r>
              <a:rPr dirty="0" sz="3200" spc="585">
                <a:latin typeface="Carlito"/>
                <a:cs typeface="Carlito"/>
              </a:rPr>
              <a:t>  </a:t>
            </a:r>
            <a:r>
              <a:rPr dirty="0" sz="3200" spc="-25">
                <a:latin typeface="Carlito"/>
                <a:cs typeface="Carlito"/>
              </a:rPr>
              <a:t>and </a:t>
            </a:r>
            <a:r>
              <a:rPr dirty="0" sz="3200">
                <a:latin typeface="Carlito"/>
                <a:cs typeface="Carlito"/>
              </a:rPr>
              <a:t>evaluation</a:t>
            </a:r>
            <a:r>
              <a:rPr dirty="0" sz="3200" spc="175">
                <a:latin typeface="Carlito"/>
                <a:cs typeface="Carlito"/>
              </a:rPr>
              <a:t>  </a:t>
            </a:r>
            <a:r>
              <a:rPr dirty="0" sz="3200">
                <a:latin typeface="Carlito"/>
                <a:cs typeface="Carlito"/>
              </a:rPr>
              <a:t>of</a:t>
            </a:r>
            <a:r>
              <a:rPr dirty="0" sz="3200" spc="165">
                <a:latin typeface="Carlito"/>
                <a:cs typeface="Carlito"/>
              </a:rPr>
              <a:t>  </a:t>
            </a:r>
            <a:r>
              <a:rPr dirty="0" sz="3200">
                <a:latin typeface="Carlito"/>
                <a:cs typeface="Carlito"/>
              </a:rPr>
              <a:t>software</a:t>
            </a:r>
            <a:r>
              <a:rPr dirty="0" sz="3200" spc="170">
                <a:latin typeface="Carlito"/>
                <a:cs typeface="Carlito"/>
              </a:rPr>
              <a:t>  </a:t>
            </a:r>
            <a:r>
              <a:rPr dirty="0" sz="3200">
                <a:latin typeface="Carlito"/>
                <a:cs typeface="Carlito"/>
              </a:rPr>
              <a:t>products</a:t>
            </a:r>
            <a:r>
              <a:rPr dirty="0" sz="3200" spc="170">
                <a:latin typeface="Carlito"/>
                <a:cs typeface="Carlito"/>
              </a:rPr>
              <a:t>  </a:t>
            </a:r>
            <a:r>
              <a:rPr dirty="0" sz="3200">
                <a:latin typeface="Carlito"/>
                <a:cs typeface="Carlito"/>
              </a:rPr>
              <a:t>and</a:t>
            </a:r>
            <a:r>
              <a:rPr dirty="0" sz="3200" spc="175">
                <a:latin typeface="Carlito"/>
                <a:cs typeface="Carlito"/>
              </a:rPr>
              <a:t>  </a:t>
            </a:r>
            <a:r>
              <a:rPr dirty="0" sz="3200" spc="-10">
                <a:latin typeface="Carlito"/>
                <a:cs typeface="Carlito"/>
              </a:rPr>
              <a:t>related </a:t>
            </a:r>
            <a:r>
              <a:rPr dirty="0" sz="3200">
                <a:latin typeface="Carlito"/>
                <a:cs typeface="Carlito"/>
              </a:rPr>
              <a:t>work</a:t>
            </a:r>
            <a:r>
              <a:rPr dirty="0" sz="3200" spc="725">
                <a:latin typeface="Carlito"/>
                <a:cs typeface="Carlito"/>
              </a:rPr>
              <a:t> </a:t>
            </a:r>
            <a:r>
              <a:rPr dirty="0" sz="3200">
                <a:latin typeface="Carlito"/>
                <a:cs typeface="Carlito"/>
              </a:rPr>
              <a:t>products</a:t>
            </a:r>
            <a:r>
              <a:rPr dirty="0" sz="3200" spc="745">
                <a:latin typeface="Carlito"/>
                <a:cs typeface="Carlito"/>
              </a:rPr>
              <a:t> </a:t>
            </a:r>
            <a:r>
              <a:rPr dirty="0" sz="3200">
                <a:latin typeface="Carlito"/>
                <a:cs typeface="Carlito"/>
              </a:rPr>
              <a:t>to</a:t>
            </a:r>
            <a:r>
              <a:rPr dirty="0" sz="3200" spc="735">
                <a:latin typeface="Carlito"/>
                <a:cs typeface="Carlito"/>
              </a:rPr>
              <a:t> </a:t>
            </a:r>
            <a:r>
              <a:rPr dirty="0" sz="3200">
                <a:latin typeface="Carlito"/>
                <a:cs typeface="Carlito"/>
              </a:rPr>
              <a:t>determine</a:t>
            </a:r>
            <a:r>
              <a:rPr dirty="0" sz="3200" spc="720">
                <a:latin typeface="Carlito"/>
                <a:cs typeface="Carlito"/>
              </a:rPr>
              <a:t> </a:t>
            </a:r>
            <a:r>
              <a:rPr dirty="0" sz="3200">
                <a:latin typeface="Carlito"/>
                <a:cs typeface="Carlito"/>
              </a:rPr>
              <a:t>that</a:t>
            </a:r>
            <a:r>
              <a:rPr dirty="0" sz="3200" spc="730">
                <a:latin typeface="Carlito"/>
                <a:cs typeface="Carlito"/>
              </a:rPr>
              <a:t> </a:t>
            </a:r>
            <a:r>
              <a:rPr dirty="0" sz="3200">
                <a:latin typeface="Carlito"/>
                <a:cs typeface="Carlito"/>
              </a:rPr>
              <a:t>they</a:t>
            </a:r>
            <a:r>
              <a:rPr dirty="0" sz="3200" spc="740">
                <a:latin typeface="Carlito"/>
                <a:cs typeface="Carlito"/>
              </a:rPr>
              <a:t> </a:t>
            </a:r>
            <a:r>
              <a:rPr dirty="0" sz="3200" spc="-10">
                <a:latin typeface="Carlito"/>
                <a:cs typeface="Carlito"/>
              </a:rPr>
              <a:t>satisfy </a:t>
            </a:r>
            <a:r>
              <a:rPr dirty="0" sz="3200">
                <a:latin typeface="Carlito"/>
                <a:cs typeface="Carlito"/>
              </a:rPr>
              <a:t>specified</a:t>
            </a:r>
            <a:r>
              <a:rPr dirty="0" sz="3200" spc="210">
                <a:latin typeface="Carlito"/>
                <a:cs typeface="Carlito"/>
              </a:rPr>
              <a:t>  </a:t>
            </a:r>
            <a:r>
              <a:rPr dirty="0" sz="3200">
                <a:latin typeface="Carlito"/>
                <a:cs typeface="Carlito"/>
              </a:rPr>
              <a:t>requirements,</a:t>
            </a:r>
            <a:r>
              <a:rPr dirty="0" sz="3200" spc="225">
                <a:latin typeface="Carlito"/>
                <a:cs typeface="Carlito"/>
              </a:rPr>
              <a:t>  </a:t>
            </a:r>
            <a:r>
              <a:rPr dirty="0" sz="3200">
                <a:latin typeface="Carlito"/>
                <a:cs typeface="Carlito"/>
              </a:rPr>
              <a:t>to</a:t>
            </a:r>
            <a:r>
              <a:rPr dirty="0" sz="3200" spc="215">
                <a:latin typeface="Carlito"/>
                <a:cs typeface="Carlito"/>
              </a:rPr>
              <a:t>  </a:t>
            </a:r>
            <a:r>
              <a:rPr dirty="0" sz="3200">
                <a:latin typeface="Carlito"/>
                <a:cs typeface="Carlito"/>
              </a:rPr>
              <a:t>demonstrate</a:t>
            </a:r>
            <a:r>
              <a:rPr dirty="0" sz="3200" spc="210">
                <a:latin typeface="Carlito"/>
                <a:cs typeface="Carlito"/>
              </a:rPr>
              <a:t>  </a:t>
            </a:r>
            <a:r>
              <a:rPr dirty="0" sz="3200" spc="-20">
                <a:latin typeface="Carlito"/>
                <a:cs typeface="Carlito"/>
              </a:rPr>
              <a:t>that </a:t>
            </a:r>
            <a:r>
              <a:rPr dirty="0" sz="3200">
                <a:latin typeface="Carlito"/>
                <a:cs typeface="Carlito"/>
              </a:rPr>
              <a:t>they</a:t>
            </a:r>
            <a:r>
              <a:rPr dirty="0" sz="3200" spc="-55">
                <a:latin typeface="Carlito"/>
                <a:cs typeface="Carlito"/>
              </a:rPr>
              <a:t> </a:t>
            </a:r>
            <a:r>
              <a:rPr dirty="0" sz="3200">
                <a:latin typeface="Carlito"/>
                <a:cs typeface="Carlito"/>
              </a:rPr>
              <a:t>are</a:t>
            </a:r>
            <a:r>
              <a:rPr dirty="0" sz="3200" spc="-75">
                <a:latin typeface="Carlito"/>
                <a:cs typeface="Carlito"/>
              </a:rPr>
              <a:t> </a:t>
            </a:r>
            <a:r>
              <a:rPr dirty="0" sz="3200">
                <a:latin typeface="Carlito"/>
                <a:cs typeface="Carlito"/>
              </a:rPr>
              <a:t>fit</a:t>
            </a:r>
            <a:r>
              <a:rPr dirty="0" sz="3200" spc="-50">
                <a:latin typeface="Carlito"/>
                <a:cs typeface="Carlito"/>
              </a:rPr>
              <a:t> </a:t>
            </a:r>
            <a:r>
              <a:rPr dirty="0" sz="3200">
                <a:latin typeface="Carlito"/>
                <a:cs typeface="Carlito"/>
              </a:rPr>
              <a:t>for</a:t>
            </a:r>
            <a:r>
              <a:rPr dirty="0" sz="3200" spc="-65">
                <a:latin typeface="Carlito"/>
                <a:cs typeface="Carlito"/>
              </a:rPr>
              <a:t> </a:t>
            </a:r>
            <a:r>
              <a:rPr dirty="0" sz="3200">
                <a:latin typeface="Carlito"/>
                <a:cs typeface="Carlito"/>
              </a:rPr>
              <a:t>purpose</a:t>
            </a:r>
            <a:r>
              <a:rPr dirty="0" sz="3200" spc="-50">
                <a:latin typeface="Carlito"/>
                <a:cs typeface="Carlito"/>
              </a:rPr>
              <a:t> </a:t>
            </a:r>
            <a:r>
              <a:rPr dirty="0" sz="3200">
                <a:latin typeface="Carlito"/>
                <a:cs typeface="Carlito"/>
              </a:rPr>
              <a:t>and</a:t>
            </a:r>
            <a:r>
              <a:rPr dirty="0" sz="3200" spc="-45">
                <a:latin typeface="Carlito"/>
                <a:cs typeface="Carlito"/>
              </a:rPr>
              <a:t> </a:t>
            </a:r>
            <a:r>
              <a:rPr dirty="0" sz="3200">
                <a:latin typeface="Carlito"/>
                <a:cs typeface="Carlito"/>
              </a:rPr>
              <a:t>to</a:t>
            </a:r>
            <a:r>
              <a:rPr dirty="0" sz="3200" spc="-50">
                <a:latin typeface="Carlito"/>
                <a:cs typeface="Carlito"/>
              </a:rPr>
              <a:t> </a:t>
            </a:r>
            <a:r>
              <a:rPr dirty="0" sz="3200">
                <a:latin typeface="Carlito"/>
                <a:cs typeface="Carlito"/>
              </a:rPr>
              <a:t>detect</a:t>
            </a:r>
            <a:r>
              <a:rPr dirty="0" sz="3200" spc="-70">
                <a:latin typeface="Carlito"/>
                <a:cs typeface="Carlito"/>
              </a:rPr>
              <a:t> </a:t>
            </a:r>
            <a:r>
              <a:rPr dirty="0" sz="3200" spc="-10">
                <a:latin typeface="Carlito"/>
                <a:cs typeface="Carlito"/>
              </a:rPr>
              <a:t>defects.</a:t>
            </a:r>
            <a:endParaRPr sz="3200">
              <a:latin typeface="Carlito"/>
              <a:cs typeface="Carlito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43783" y="981455"/>
            <a:ext cx="4154424" cy="199034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5"/>
              <a:t>Principles</a:t>
            </a:r>
            <a:r>
              <a:rPr dirty="0" spc="-145"/>
              <a:t> </a:t>
            </a:r>
            <a:r>
              <a:rPr dirty="0"/>
              <a:t>of</a:t>
            </a:r>
            <a:r>
              <a:rPr dirty="0" spc="-114"/>
              <a:t> </a:t>
            </a:r>
            <a:r>
              <a:rPr dirty="0" spc="-75"/>
              <a:t>Testing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13332" y="1304544"/>
            <a:ext cx="4764024" cy="4876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5"/>
              <a:t>Principles</a:t>
            </a:r>
            <a:r>
              <a:rPr dirty="0" spc="-145"/>
              <a:t> </a:t>
            </a:r>
            <a:r>
              <a:rPr dirty="0"/>
              <a:t>of</a:t>
            </a:r>
            <a:r>
              <a:rPr dirty="0" spc="-114"/>
              <a:t> </a:t>
            </a:r>
            <a:r>
              <a:rPr dirty="0" spc="-75"/>
              <a:t>Testing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07593" y="1390650"/>
            <a:ext cx="222758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75285" indent="-363855">
              <a:lnSpc>
                <a:spcPct val="100000"/>
              </a:lnSpc>
              <a:spcBef>
                <a:spcPts val="105"/>
              </a:spcBef>
              <a:buSzPct val="96875"/>
              <a:buFont typeface="Wingdings"/>
              <a:buChar char=""/>
              <a:tabLst>
                <a:tab pos="375285" algn="l"/>
              </a:tabLst>
            </a:pPr>
            <a:r>
              <a:rPr dirty="0" sz="3200">
                <a:latin typeface="Carlito"/>
                <a:cs typeface="Carlito"/>
              </a:rPr>
              <a:t>Principle</a:t>
            </a:r>
            <a:r>
              <a:rPr dirty="0" sz="3200" spc="-95">
                <a:latin typeface="Carlito"/>
                <a:cs typeface="Carlito"/>
              </a:rPr>
              <a:t> </a:t>
            </a:r>
            <a:r>
              <a:rPr dirty="0" sz="3200" spc="-25">
                <a:latin typeface="Carlito"/>
                <a:cs typeface="Carlito"/>
              </a:rPr>
              <a:t>1:</a:t>
            </a:r>
            <a:endParaRPr sz="3200">
              <a:latin typeface="Carlito"/>
              <a:cs typeface="Carlito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50493" y="4064253"/>
            <a:ext cx="6907530" cy="835660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182880" marR="5080" indent="-170815">
              <a:lnSpc>
                <a:spcPts val="3020"/>
              </a:lnSpc>
              <a:spcBef>
                <a:spcPts val="480"/>
              </a:spcBef>
              <a:buFont typeface="Arial"/>
              <a:buChar char="•"/>
              <a:tabLst>
                <a:tab pos="184785" algn="l"/>
              </a:tabLst>
            </a:pPr>
            <a:r>
              <a:rPr dirty="0" sz="2800" spc="-35">
                <a:latin typeface="Carlito"/>
                <a:cs typeface="Carlito"/>
              </a:rPr>
              <a:t>Testing</a:t>
            </a:r>
            <a:r>
              <a:rPr dirty="0" sz="2800" spc="-70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can</a:t>
            </a:r>
            <a:r>
              <a:rPr dirty="0" sz="2800" spc="-70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show</a:t>
            </a:r>
            <a:r>
              <a:rPr dirty="0" sz="2800" spc="-65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that</a:t>
            </a:r>
            <a:r>
              <a:rPr dirty="0" sz="2800" spc="-75">
                <a:latin typeface="Carlito"/>
                <a:cs typeface="Carlito"/>
              </a:rPr>
              <a:t> </a:t>
            </a:r>
            <a:r>
              <a:rPr dirty="0" sz="2800" spc="-10">
                <a:latin typeface="Carlito"/>
                <a:cs typeface="Carlito"/>
              </a:rPr>
              <a:t>defects</a:t>
            </a:r>
            <a:r>
              <a:rPr dirty="0" sz="2800" spc="-65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are</a:t>
            </a:r>
            <a:r>
              <a:rPr dirty="0" sz="2800" spc="-80">
                <a:latin typeface="Carlito"/>
                <a:cs typeface="Carlito"/>
              </a:rPr>
              <a:t> </a:t>
            </a:r>
            <a:r>
              <a:rPr dirty="0" sz="2800" spc="-10">
                <a:latin typeface="Carlito"/>
                <a:cs typeface="Carlito"/>
              </a:rPr>
              <a:t>present</a:t>
            </a:r>
            <a:r>
              <a:rPr dirty="0" sz="2800" spc="-65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,</a:t>
            </a:r>
            <a:r>
              <a:rPr dirty="0" sz="2800" spc="-70">
                <a:latin typeface="Carlito"/>
                <a:cs typeface="Carlito"/>
              </a:rPr>
              <a:t> </a:t>
            </a:r>
            <a:r>
              <a:rPr dirty="0" sz="2800" spc="-25">
                <a:latin typeface="Carlito"/>
                <a:cs typeface="Carlito"/>
              </a:rPr>
              <a:t>but </a:t>
            </a:r>
            <a:r>
              <a:rPr dirty="0" sz="2800" spc="-25">
                <a:latin typeface="Carlito"/>
                <a:cs typeface="Carlito"/>
              </a:rPr>
              <a:t>	</a:t>
            </a:r>
            <a:r>
              <a:rPr dirty="0" sz="2800">
                <a:latin typeface="Carlito"/>
                <a:cs typeface="Carlito"/>
              </a:rPr>
              <a:t>cannot</a:t>
            </a:r>
            <a:r>
              <a:rPr dirty="0" sz="2800" spc="-75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prove</a:t>
            </a:r>
            <a:r>
              <a:rPr dirty="0" sz="2800" spc="-70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that</a:t>
            </a:r>
            <a:r>
              <a:rPr dirty="0" sz="2800" spc="-70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there</a:t>
            </a:r>
            <a:r>
              <a:rPr dirty="0" sz="2800" spc="-75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are</a:t>
            </a:r>
            <a:r>
              <a:rPr dirty="0" sz="2800" spc="-80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no</a:t>
            </a:r>
            <a:r>
              <a:rPr dirty="0" sz="2800" spc="-70">
                <a:latin typeface="Carlito"/>
                <a:cs typeface="Carlito"/>
              </a:rPr>
              <a:t> </a:t>
            </a:r>
            <a:r>
              <a:rPr dirty="0" sz="2800" spc="-10">
                <a:latin typeface="Carlito"/>
                <a:cs typeface="Carlito"/>
              </a:rPr>
              <a:t>defects.</a:t>
            </a:r>
            <a:endParaRPr sz="2800">
              <a:latin typeface="Carlito"/>
              <a:cs typeface="Carlito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57727" y="1453896"/>
            <a:ext cx="3733800" cy="243839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5"/>
              <a:t>Principles</a:t>
            </a:r>
            <a:r>
              <a:rPr dirty="0" spc="-145"/>
              <a:t> </a:t>
            </a:r>
            <a:r>
              <a:rPr dirty="0"/>
              <a:t>of</a:t>
            </a:r>
            <a:r>
              <a:rPr dirty="0" spc="-114"/>
              <a:t> </a:t>
            </a:r>
            <a:r>
              <a:rPr dirty="0" spc="-75"/>
              <a:t>Testing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07593" y="1390650"/>
            <a:ext cx="222758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75285" indent="-363855">
              <a:lnSpc>
                <a:spcPct val="100000"/>
              </a:lnSpc>
              <a:spcBef>
                <a:spcPts val="105"/>
              </a:spcBef>
              <a:buSzPct val="96875"/>
              <a:buFont typeface="Wingdings"/>
              <a:buChar char=""/>
              <a:tabLst>
                <a:tab pos="375285" algn="l"/>
              </a:tabLst>
            </a:pPr>
            <a:r>
              <a:rPr dirty="0" sz="3200">
                <a:latin typeface="Carlito"/>
                <a:cs typeface="Carlito"/>
              </a:rPr>
              <a:t>Principle</a:t>
            </a:r>
            <a:r>
              <a:rPr dirty="0" sz="3200" spc="-95">
                <a:latin typeface="Carlito"/>
                <a:cs typeface="Carlito"/>
              </a:rPr>
              <a:t> </a:t>
            </a:r>
            <a:r>
              <a:rPr dirty="0" sz="3200" spc="-25">
                <a:latin typeface="Carlito"/>
                <a:cs typeface="Carlito"/>
              </a:rPr>
              <a:t>2:</a:t>
            </a:r>
            <a:endParaRPr sz="3200">
              <a:latin typeface="Carlito"/>
              <a:cs typeface="Carlito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50493" y="4064253"/>
            <a:ext cx="7816215" cy="1656080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184785" marR="766445" indent="-172720">
              <a:lnSpc>
                <a:spcPts val="3020"/>
              </a:lnSpc>
              <a:spcBef>
                <a:spcPts val="480"/>
              </a:spcBef>
              <a:buFont typeface="Arial"/>
              <a:buChar char="•"/>
              <a:tabLst>
                <a:tab pos="184785" algn="l"/>
                <a:tab pos="264160" algn="l"/>
              </a:tabLst>
            </a:pPr>
            <a:r>
              <a:rPr dirty="0" sz="2800">
                <a:latin typeface="Carlito"/>
                <a:cs typeface="Carlito"/>
              </a:rPr>
              <a:t>	</a:t>
            </a:r>
            <a:r>
              <a:rPr dirty="0" sz="2800" spc="-10">
                <a:latin typeface="Carlito"/>
                <a:cs typeface="Carlito"/>
              </a:rPr>
              <a:t>Exhaustive</a:t>
            </a:r>
            <a:r>
              <a:rPr dirty="0" sz="2800" spc="-75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testing</a:t>
            </a:r>
            <a:r>
              <a:rPr dirty="0" sz="2800" spc="-85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means</a:t>
            </a:r>
            <a:r>
              <a:rPr dirty="0" sz="2800" spc="-90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to</a:t>
            </a:r>
            <a:r>
              <a:rPr dirty="0" sz="2800" spc="-100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test</a:t>
            </a:r>
            <a:r>
              <a:rPr dirty="0" sz="2800" spc="-90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everything,</a:t>
            </a:r>
            <a:r>
              <a:rPr dirty="0" sz="2800" spc="-85">
                <a:latin typeface="Carlito"/>
                <a:cs typeface="Carlito"/>
              </a:rPr>
              <a:t> </a:t>
            </a:r>
            <a:r>
              <a:rPr dirty="0" sz="2800" spc="-25">
                <a:latin typeface="Carlito"/>
                <a:cs typeface="Carlito"/>
              </a:rPr>
              <a:t>all </a:t>
            </a:r>
            <a:r>
              <a:rPr dirty="0" sz="2800" spc="-10">
                <a:latin typeface="Carlito"/>
                <a:cs typeface="Carlito"/>
              </a:rPr>
              <a:t>preconditions</a:t>
            </a:r>
            <a:r>
              <a:rPr dirty="0" sz="2800" spc="-25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and</a:t>
            </a:r>
            <a:r>
              <a:rPr dirty="0" sz="2800" spc="-70">
                <a:latin typeface="Carlito"/>
                <a:cs typeface="Carlito"/>
              </a:rPr>
              <a:t> </a:t>
            </a:r>
            <a:r>
              <a:rPr dirty="0" sz="2800" spc="-10">
                <a:latin typeface="Carlito"/>
                <a:cs typeface="Carlito"/>
              </a:rPr>
              <a:t>combinations</a:t>
            </a:r>
            <a:r>
              <a:rPr dirty="0" sz="2800" spc="-45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of</a:t>
            </a:r>
            <a:r>
              <a:rPr dirty="0" sz="2800" spc="-75">
                <a:latin typeface="Carlito"/>
                <a:cs typeface="Carlito"/>
              </a:rPr>
              <a:t> </a:t>
            </a:r>
            <a:r>
              <a:rPr dirty="0" sz="2800" spc="-10">
                <a:latin typeface="Carlito"/>
                <a:cs typeface="Carlito"/>
              </a:rPr>
              <a:t>inputs.</a:t>
            </a:r>
            <a:endParaRPr sz="2800">
              <a:latin typeface="Carlito"/>
              <a:cs typeface="Carlito"/>
            </a:endParaRPr>
          </a:p>
          <a:p>
            <a:pPr marL="182880" marR="5080" indent="-170815">
              <a:lnSpc>
                <a:spcPts val="3030"/>
              </a:lnSpc>
              <a:spcBef>
                <a:spcPts val="405"/>
              </a:spcBef>
              <a:buFont typeface="Arial"/>
              <a:buChar char="•"/>
              <a:tabLst>
                <a:tab pos="184785" algn="l"/>
              </a:tabLst>
            </a:pPr>
            <a:r>
              <a:rPr dirty="0" sz="2800" spc="-45">
                <a:latin typeface="Carlito"/>
                <a:cs typeface="Carlito"/>
              </a:rPr>
              <a:t>Testers</a:t>
            </a:r>
            <a:r>
              <a:rPr dirty="0" sz="2800" spc="-65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should</a:t>
            </a:r>
            <a:r>
              <a:rPr dirty="0" sz="2800" spc="-60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apply</a:t>
            </a:r>
            <a:r>
              <a:rPr dirty="0" sz="2800" spc="-55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risk</a:t>
            </a:r>
            <a:r>
              <a:rPr dirty="0" sz="2800" spc="-50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analysis</a:t>
            </a:r>
            <a:r>
              <a:rPr dirty="0" sz="2800" spc="-60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and</a:t>
            </a:r>
            <a:r>
              <a:rPr dirty="0" sz="2800" spc="-60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set</a:t>
            </a:r>
            <a:r>
              <a:rPr dirty="0" sz="2800" spc="-75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priorities</a:t>
            </a:r>
            <a:r>
              <a:rPr dirty="0" sz="2800" spc="-55">
                <a:latin typeface="Carlito"/>
                <a:cs typeface="Carlito"/>
              </a:rPr>
              <a:t> </a:t>
            </a:r>
            <a:r>
              <a:rPr dirty="0" sz="2800" spc="-25">
                <a:latin typeface="Carlito"/>
                <a:cs typeface="Carlito"/>
              </a:rPr>
              <a:t>to </a:t>
            </a:r>
            <a:r>
              <a:rPr dirty="0" sz="2800" spc="-25">
                <a:latin typeface="Carlito"/>
                <a:cs typeface="Carlito"/>
              </a:rPr>
              <a:t>	</a:t>
            </a:r>
            <a:r>
              <a:rPr dirty="0" sz="2800">
                <a:latin typeface="Carlito"/>
                <a:cs typeface="Carlito"/>
              </a:rPr>
              <a:t>focus</a:t>
            </a:r>
            <a:r>
              <a:rPr dirty="0" sz="2800" spc="-135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testing</a:t>
            </a:r>
            <a:r>
              <a:rPr dirty="0" sz="2800" spc="-135">
                <a:latin typeface="Carlito"/>
                <a:cs typeface="Carlito"/>
              </a:rPr>
              <a:t> </a:t>
            </a:r>
            <a:r>
              <a:rPr dirty="0" sz="2800" spc="-10">
                <a:latin typeface="Carlito"/>
                <a:cs typeface="Carlito"/>
              </a:rPr>
              <a:t>efforts.</a:t>
            </a:r>
            <a:endParaRPr sz="2800">
              <a:latin typeface="Carlito"/>
              <a:cs typeface="Carlito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87039" y="1700783"/>
            <a:ext cx="3800856" cy="243992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5"/>
              <a:t>Principles</a:t>
            </a:r>
            <a:r>
              <a:rPr dirty="0" spc="-145"/>
              <a:t> </a:t>
            </a:r>
            <a:r>
              <a:rPr dirty="0"/>
              <a:t>of</a:t>
            </a:r>
            <a:r>
              <a:rPr dirty="0" spc="-114"/>
              <a:t> </a:t>
            </a:r>
            <a:r>
              <a:rPr dirty="0" spc="-75"/>
              <a:t>Testing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07593" y="1390650"/>
            <a:ext cx="222758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75285" indent="-363855">
              <a:lnSpc>
                <a:spcPct val="100000"/>
              </a:lnSpc>
              <a:spcBef>
                <a:spcPts val="105"/>
              </a:spcBef>
              <a:buSzPct val="96875"/>
              <a:buFont typeface="Wingdings"/>
              <a:buChar char=""/>
              <a:tabLst>
                <a:tab pos="375285" algn="l"/>
              </a:tabLst>
            </a:pPr>
            <a:r>
              <a:rPr dirty="0" sz="3200">
                <a:latin typeface="Carlito"/>
                <a:cs typeface="Carlito"/>
              </a:rPr>
              <a:t>Principle</a:t>
            </a:r>
            <a:r>
              <a:rPr dirty="0" sz="3200" spc="-95">
                <a:latin typeface="Carlito"/>
                <a:cs typeface="Carlito"/>
              </a:rPr>
              <a:t> </a:t>
            </a:r>
            <a:r>
              <a:rPr dirty="0" sz="3200" spc="-25">
                <a:latin typeface="Carlito"/>
                <a:cs typeface="Carlito"/>
              </a:rPr>
              <a:t>3:</a:t>
            </a:r>
            <a:endParaRPr sz="3200">
              <a:latin typeface="Carlito"/>
              <a:cs typeface="Carlito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50493" y="4064253"/>
            <a:ext cx="7620634" cy="1219835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184785" marR="5080" indent="-172720">
              <a:lnSpc>
                <a:spcPts val="3020"/>
              </a:lnSpc>
              <a:spcBef>
                <a:spcPts val="480"/>
              </a:spcBef>
              <a:buFont typeface="Arial"/>
              <a:buChar char="•"/>
              <a:tabLst>
                <a:tab pos="184785" algn="l"/>
                <a:tab pos="264160" algn="l"/>
              </a:tabLst>
            </a:pPr>
            <a:r>
              <a:rPr dirty="0" sz="2800">
                <a:latin typeface="Carlito"/>
                <a:cs typeface="Carlito"/>
              </a:rPr>
              <a:t>	</a:t>
            </a:r>
            <a:r>
              <a:rPr dirty="0" sz="2800" spc="-35">
                <a:latin typeface="Carlito"/>
                <a:cs typeface="Carlito"/>
              </a:rPr>
              <a:t>Testing</a:t>
            </a:r>
            <a:r>
              <a:rPr dirty="0" sz="2800" spc="-60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activities</a:t>
            </a:r>
            <a:r>
              <a:rPr dirty="0" sz="2800" spc="-65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should</a:t>
            </a:r>
            <a:r>
              <a:rPr dirty="0" sz="2800" spc="-35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start</a:t>
            </a:r>
            <a:r>
              <a:rPr dirty="0" sz="2800" spc="-60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as</a:t>
            </a:r>
            <a:r>
              <a:rPr dirty="0" sz="2800" spc="-75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early</a:t>
            </a:r>
            <a:r>
              <a:rPr dirty="0" sz="2800" spc="-75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as</a:t>
            </a:r>
            <a:r>
              <a:rPr dirty="0" sz="2800" spc="-75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possible</a:t>
            </a:r>
            <a:r>
              <a:rPr dirty="0" sz="2800" spc="-45">
                <a:latin typeface="Carlito"/>
                <a:cs typeface="Carlito"/>
              </a:rPr>
              <a:t> </a:t>
            </a:r>
            <a:r>
              <a:rPr dirty="0" sz="2800" spc="-25">
                <a:latin typeface="Carlito"/>
                <a:cs typeface="Carlito"/>
              </a:rPr>
              <a:t>in </a:t>
            </a:r>
            <a:r>
              <a:rPr dirty="0" sz="2800">
                <a:latin typeface="Carlito"/>
                <a:cs typeface="Carlito"/>
              </a:rPr>
              <a:t>the</a:t>
            </a:r>
            <a:r>
              <a:rPr dirty="0" sz="2800" spc="-80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software</a:t>
            </a:r>
            <a:r>
              <a:rPr dirty="0" sz="2800" spc="-85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or</a:t>
            </a:r>
            <a:r>
              <a:rPr dirty="0" sz="2800" spc="-90">
                <a:latin typeface="Carlito"/>
                <a:cs typeface="Carlito"/>
              </a:rPr>
              <a:t> </a:t>
            </a:r>
            <a:r>
              <a:rPr dirty="0" sz="2800" spc="-10">
                <a:latin typeface="Carlito"/>
                <a:cs typeface="Carlito"/>
              </a:rPr>
              <a:t>system</a:t>
            </a:r>
            <a:r>
              <a:rPr dirty="0" sz="2800" spc="-85">
                <a:latin typeface="Carlito"/>
                <a:cs typeface="Carlito"/>
              </a:rPr>
              <a:t> </a:t>
            </a:r>
            <a:r>
              <a:rPr dirty="0" sz="2800" spc="-10">
                <a:latin typeface="Carlito"/>
                <a:cs typeface="Carlito"/>
              </a:rPr>
              <a:t>development</a:t>
            </a:r>
            <a:r>
              <a:rPr dirty="0" sz="2800" spc="-65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life</a:t>
            </a:r>
            <a:r>
              <a:rPr dirty="0" sz="2800" spc="-85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cycle</a:t>
            </a:r>
            <a:r>
              <a:rPr dirty="0" sz="2800" spc="-75">
                <a:latin typeface="Carlito"/>
                <a:cs typeface="Carlito"/>
              </a:rPr>
              <a:t> </a:t>
            </a:r>
            <a:r>
              <a:rPr dirty="0" sz="2800" spc="-25">
                <a:latin typeface="Carlito"/>
                <a:cs typeface="Carlito"/>
              </a:rPr>
              <a:t>and </a:t>
            </a:r>
            <a:r>
              <a:rPr dirty="0" sz="2800">
                <a:latin typeface="Carlito"/>
                <a:cs typeface="Carlito"/>
              </a:rPr>
              <a:t>should</a:t>
            </a:r>
            <a:r>
              <a:rPr dirty="0" sz="2800" spc="-70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be</a:t>
            </a:r>
            <a:r>
              <a:rPr dirty="0" sz="2800" spc="-95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focused</a:t>
            </a:r>
            <a:r>
              <a:rPr dirty="0" sz="2800" spc="-70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on</a:t>
            </a:r>
            <a:r>
              <a:rPr dirty="0" sz="2800" spc="-80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defined</a:t>
            </a:r>
            <a:r>
              <a:rPr dirty="0" sz="2800" spc="-80">
                <a:latin typeface="Carlito"/>
                <a:cs typeface="Carlito"/>
              </a:rPr>
              <a:t> </a:t>
            </a:r>
            <a:r>
              <a:rPr dirty="0" sz="2800" spc="-10">
                <a:latin typeface="Carlito"/>
                <a:cs typeface="Carlito"/>
              </a:rPr>
              <a:t>objectives.</a:t>
            </a:r>
            <a:endParaRPr sz="2800">
              <a:latin typeface="Carlito"/>
              <a:cs typeface="Carlito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16935" y="1333500"/>
            <a:ext cx="3819144" cy="25069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5"/>
              <a:t>Principles</a:t>
            </a:r>
            <a:r>
              <a:rPr dirty="0" spc="-145"/>
              <a:t> </a:t>
            </a:r>
            <a:r>
              <a:rPr dirty="0"/>
              <a:t>of</a:t>
            </a:r>
            <a:r>
              <a:rPr dirty="0" spc="-114"/>
              <a:t> </a:t>
            </a:r>
            <a:r>
              <a:rPr dirty="0" spc="-75"/>
              <a:t>Testing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07593" y="1390650"/>
            <a:ext cx="222758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75285" indent="-363855">
              <a:lnSpc>
                <a:spcPct val="100000"/>
              </a:lnSpc>
              <a:spcBef>
                <a:spcPts val="105"/>
              </a:spcBef>
              <a:buSzPct val="96875"/>
              <a:buFont typeface="Wingdings"/>
              <a:buChar char=""/>
              <a:tabLst>
                <a:tab pos="375285" algn="l"/>
              </a:tabLst>
            </a:pPr>
            <a:r>
              <a:rPr dirty="0" sz="3200">
                <a:latin typeface="Carlito"/>
                <a:cs typeface="Carlito"/>
              </a:rPr>
              <a:t>Principle</a:t>
            </a:r>
            <a:r>
              <a:rPr dirty="0" sz="3200" spc="-95">
                <a:latin typeface="Carlito"/>
                <a:cs typeface="Carlito"/>
              </a:rPr>
              <a:t> </a:t>
            </a:r>
            <a:r>
              <a:rPr dirty="0" sz="3200" spc="-25">
                <a:latin typeface="Carlito"/>
                <a:cs typeface="Carlito"/>
              </a:rPr>
              <a:t>4:</a:t>
            </a:r>
            <a:endParaRPr sz="3200">
              <a:latin typeface="Carlito"/>
              <a:cs typeface="Carlito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50493" y="4064253"/>
            <a:ext cx="7148195" cy="1219835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algn="just" marL="184785" marR="5080" indent="-172720">
              <a:lnSpc>
                <a:spcPts val="3020"/>
              </a:lnSpc>
              <a:spcBef>
                <a:spcPts val="480"/>
              </a:spcBef>
              <a:buFont typeface="Arial"/>
              <a:buChar char="•"/>
              <a:tabLst>
                <a:tab pos="184785" algn="l"/>
                <a:tab pos="264160" algn="l"/>
              </a:tabLst>
            </a:pPr>
            <a:r>
              <a:rPr dirty="0" sz="2800">
                <a:latin typeface="Carlito"/>
                <a:cs typeface="Carlito"/>
              </a:rPr>
              <a:t>	A</a:t>
            </a:r>
            <a:r>
              <a:rPr dirty="0" sz="2800" spc="-50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small</a:t>
            </a:r>
            <a:r>
              <a:rPr dirty="0" sz="2800" spc="-60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number</a:t>
            </a:r>
            <a:r>
              <a:rPr dirty="0" sz="2800" spc="-35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of</a:t>
            </a:r>
            <a:r>
              <a:rPr dirty="0" sz="2800" spc="-60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modules</a:t>
            </a:r>
            <a:r>
              <a:rPr dirty="0" sz="2800" spc="-40">
                <a:latin typeface="Carlito"/>
                <a:cs typeface="Carlito"/>
              </a:rPr>
              <a:t> </a:t>
            </a:r>
            <a:r>
              <a:rPr dirty="0" sz="2800" spc="-10">
                <a:latin typeface="Carlito"/>
                <a:cs typeface="Carlito"/>
              </a:rPr>
              <a:t>contain</a:t>
            </a:r>
            <a:r>
              <a:rPr dirty="0" sz="2800" spc="-55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most</a:t>
            </a:r>
            <a:r>
              <a:rPr dirty="0" sz="2800" spc="-40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of</a:t>
            </a:r>
            <a:r>
              <a:rPr dirty="0" sz="2800" spc="-60">
                <a:latin typeface="Carlito"/>
                <a:cs typeface="Carlito"/>
              </a:rPr>
              <a:t> </a:t>
            </a:r>
            <a:r>
              <a:rPr dirty="0" sz="2800" spc="-25">
                <a:latin typeface="Carlito"/>
                <a:cs typeface="Carlito"/>
              </a:rPr>
              <a:t>the </a:t>
            </a:r>
            <a:r>
              <a:rPr dirty="0" sz="2800" spc="-10">
                <a:latin typeface="Carlito"/>
                <a:cs typeface="Carlito"/>
              </a:rPr>
              <a:t>defects</a:t>
            </a:r>
            <a:r>
              <a:rPr dirty="0" sz="2800" spc="-90">
                <a:latin typeface="Carlito"/>
                <a:cs typeface="Carlito"/>
              </a:rPr>
              <a:t> </a:t>
            </a:r>
            <a:r>
              <a:rPr dirty="0" sz="2800" spc="-10">
                <a:latin typeface="Carlito"/>
                <a:cs typeface="Carlito"/>
              </a:rPr>
              <a:t>discovered</a:t>
            </a:r>
            <a:r>
              <a:rPr dirty="0" sz="2800" spc="-85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during</a:t>
            </a:r>
            <a:r>
              <a:rPr dirty="0" sz="2800" spc="-70">
                <a:latin typeface="Carlito"/>
                <a:cs typeface="Carlito"/>
              </a:rPr>
              <a:t> </a:t>
            </a:r>
            <a:r>
              <a:rPr dirty="0" sz="2800" spc="-25">
                <a:latin typeface="Carlito"/>
                <a:cs typeface="Carlito"/>
              </a:rPr>
              <a:t>pre-</a:t>
            </a:r>
            <a:r>
              <a:rPr dirty="0" sz="2800">
                <a:latin typeface="Carlito"/>
                <a:cs typeface="Carlito"/>
              </a:rPr>
              <a:t>release</a:t>
            </a:r>
            <a:r>
              <a:rPr dirty="0" sz="2800" spc="-95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testing</a:t>
            </a:r>
            <a:r>
              <a:rPr dirty="0" sz="2800" spc="-90">
                <a:latin typeface="Carlito"/>
                <a:cs typeface="Carlito"/>
              </a:rPr>
              <a:t> </a:t>
            </a:r>
            <a:r>
              <a:rPr dirty="0" sz="2800" spc="-25">
                <a:latin typeface="Carlito"/>
                <a:cs typeface="Carlito"/>
              </a:rPr>
              <a:t>or </a:t>
            </a:r>
            <a:r>
              <a:rPr dirty="0" sz="2800">
                <a:latin typeface="Carlito"/>
                <a:cs typeface="Carlito"/>
              </a:rPr>
              <a:t>show</a:t>
            </a:r>
            <a:r>
              <a:rPr dirty="0" sz="2800" spc="-55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the</a:t>
            </a:r>
            <a:r>
              <a:rPr dirty="0" sz="2800" spc="-70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most</a:t>
            </a:r>
            <a:r>
              <a:rPr dirty="0" sz="2800" spc="-50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operational</a:t>
            </a:r>
            <a:r>
              <a:rPr dirty="0" sz="2800" spc="-65">
                <a:latin typeface="Carlito"/>
                <a:cs typeface="Carlito"/>
              </a:rPr>
              <a:t> </a:t>
            </a:r>
            <a:r>
              <a:rPr dirty="0" sz="2800" spc="-10">
                <a:latin typeface="Carlito"/>
                <a:cs typeface="Carlito"/>
              </a:rPr>
              <a:t>failures.</a:t>
            </a:r>
            <a:endParaRPr sz="2800">
              <a:latin typeface="Carlito"/>
              <a:cs typeface="Carlito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05911" y="1438655"/>
            <a:ext cx="3837432" cy="2590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5"/>
              <a:t>Principles</a:t>
            </a:r>
            <a:r>
              <a:rPr dirty="0" spc="-145"/>
              <a:t> </a:t>
            </a:r>
            <a:r>
              <a:rPr dirty="0"/>
              <a:t>of</a:t>
            </a:r>
            <a:r>
              <a:rPr dirty="0" spc="-114"/>
              <a:t> </a:t>
            </a:r>
            <a:r>
              <a:rPr dirty="0" spc="-75"/>
              <a:t>Testing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07593" y="1390650"/>
            <a:ext cx="222758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75285" indent="-363855">
              <a:lnSpc>
                <a:spcPct val="100000"/>
              </a:lnSpc>
              <a:spcBef>
                <a:spcPts val="105"/>
              </a:spcBef>
              <a:buSzPct val="96875"/>
              <a:buFont typeface="Wingdings"/>
              <a:buChar char=""/>
              <a:tabLst>
                <a:tab pos="375285" algn="l"/>
              </a:tabLst>
            </a:pPr>
            <a:r>
              <a:rPr dirty="0" sz="3200">
                <a:latin typeface="Carlito"/>
                <a:cs typeface="Carlito"/>
              </a:rPr>
              <a:t>Principle</a:t>
            </a:r>
            <a:r>
              <a:rPr dirty="0" sz="3200" spc="-95">
                <a:latin typeface="Carlito"/>
                <a:cs typeface="Carlito"/>
              </a:rPr>
              <a:t> </a:t>
            </a:r>
            <a:r>
              <a:rPr dirty="0" sz="3200" spc="-25">
                <a:latin typeface="Carlito"/>
                <a:cs typeface="Carlito"/>
              </a:rPr>
              <a:t>5:</a:t>
            </a:r>
            <a:endParaRPr sz="3200">
              <a:latin typeface="Carlito"/>
              <a:cs typeface="Carlito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50493" y="3654297"/>
            <a:ext cx="7783195" cy="2977515"/>
          </a:xfrm>
          <a:prstGeom prst="rect">
            <a:avLst/>
          </a:prstGeom>
        </p:spPr>
        <p:txBody>
          <a:bodyPr wrap="square" lIns="0" tIns="48894" rIns="0" bIns="0" rtlCol="0" vert="horz">
            <a:spAutoFit/>
          </a:bodyPr>
          <a:lstStyle/>
          <a:p>
            <a:pPr marL="184785" marR="202565" indent="-172720">
              <a:lnSpc>
                <a:spcPct val="91000"/>
              </a:lnSpc>
              <a:spcBef>
                <a:spcPts val="384"/>
              </a:spcBef>
              <a:buSzPct val="107692"/>
              <a:buFont typeface="Arial"/>
              <a:buChar char="•"/>
              <a:tabLst>
                <a:tab pos="184785" algn="l"/>
                <a:tab pos="264160" algn="l"/>
              </a:tabLst>
            </a:pPr>
            <a:r>
              <a:rPr dirty="0" sz="2600">
                <a:latin typeface="Carlito"/>
                <a:cs typeface="Carlito"/>
              </a:rPr>
              <a:t>	If</a:t>
            </a:r>
            <a:r>
              <a:rPr dirty="0" sz="2600" spc="-50">
                <a:latin typeface="Carlito"/>
                <a:cs typeface="Carlito"/>
              </a:rPr>
              <a:t> </a:t>
            </a:r>
            <a:r>
              <a:rPr dirty="0" sz="2600">
                <a:latin typeface="Carlito"/>
                <a:cs typeface="Carlito"/>
              </a:rPr>
              <a:t>the</a:t>
            </a:r>
            <a:r>
              <a:rPr dirty="0" sz="2600" spc="-45">
                <a:latin typeface="Carlito"/>
                <a:cs typeface="Carlito"/>
              </a:rPr>
              <a:t> </a:t>
            </a:r>
            <a:r>
              <a:rPr dirty="0" sz="2600">
                <a:latin typeface="Carlito"/>
                <a:cs typeface="Carlito"/>
              </a:rPr>
              <a:t>same</a:t>
            </a:r>
            <a:r>
              <a:rPr dirty="0" sz="2600" spc="-60">
                <a:latin typeface="Carlito"/>
                <a:cs typeface="Carlito"/>
              </a:rPr>
              <a:t> </a:t>
            </a:r>
            <a:r>
              <a:rPr dirty="0" sz="2600">
                <a:latin typeface="Carlito"/>
                <a:cs typeface="Carlito"/>
              </a:rPr>
              <a:t>tests</a:t>
            </a:r>
            <a:r>
              <a:rPr dirty="0" sz="2600" spc="-70">
                <a:latin typeface="Carlito"/>
                <a:cs typeface="Carlito"/>
              </a:rPr>
              <a:t> </a:t>
            </a:r>
            <a:r>
              <a:rPr dirty="0" sz="2600">
                <a:latin typeface="Carlito"/>
                <a:cs typeface="Carlito"/>
              </a:rPr>
              <a:t>are</a:t>
            </a:r>
            <a:r>
              <a:rPr dirty="0" sz="2600" spc="-30">
                <a:latin typeface="Carlito"/>
                <a:cs typeface="Carlito"/>
              </a:rPr>
              <a:t> </a:t>
            </a:r>
            <a:r>
              <a:rPr dirty="0" sz="2600" spc="-10">
                <a:latin typeface="Carlito"/>
                <a:cs typeface="Carlito"/>
              </a:rPr>
              <a:t>repeated</a:t>
            </a:r>
            <a:r>
              <a:rPr dirty="0" sz="2600" spc="-75">
                <a:latin typeface="Carlito"/>
                <a:cs typeface="Carlito"/>
              </a:rPr>
              <a:t> </a:t>
            </a:r>
            <a:r>
              <a:rPr dirty="0" sz="2600">
                <a:latin typeface="Carlito"/>
                <a:cs typeface="Carlito"/>
              </a:rPr>
              <a:t>over</a:t>
            </a:r>
            <a:r>
              <a:rPr dirty="0" sz="2600" spc="-30">
                <a:latin typeface="Carlito"/>
                <a:cs typeface="Carlito"/>
              </a:rPr>
              <a:t> </a:t>
            </a:r>
            <a:r>
              <a:rPr dirty="0" sz="2600">
                <a:latin typeface="Carlito"/>
                <a:cs typeface="Carlito"/>
              </a:rPr>
              <a:t>and</a:t>
            </a:r>
            <a:r>
              <a:rPr dirty="0" sz="2600" spc="-45">
                <a:latin typeface="Carlito"/>
                <a:cs typeface="Carlito"/>
              </a:rPr>
              <a:t> </a:t>
            </a:r>
            <a:r>
              <a:rPr dirty="0" sz="2600">
                <a:latin typeface="Carlito"/>
                <a:cs typeface="Carlito"/>
              </a:rPr>
              <a:t>over</a:t>
            </a:r>
            <a:r>
              <a:rPr dirty="0" sz="2600" spc="-45">
                <a:latin typeface="Carlito"/>
                <a:cs typeface="Carlito"/>
              </a:rPr>
              <a:t> </a:t>
            </a:r>
            <a:r>
              <a:rPr dirty="0" sz="2600" spc="-10">
                <a:latin typeface="Carlito"/>
                <a:cs typeface="Carlito"/>
              </a:rPr>
              <a:t>again, eventually</a:t>
            </a:r>
            <a:r>
              <a:rPr dirty="0" sz="2600" spc="-60">
                <a:latin typeface="Carlito"/>
                <a:cs typeface="Carlito"/>
              </a:rPr>
              <a:t> </a:t>
            </a:r>
            <a:r>
              <a:rPr dirty="0" sz="2600">
                <a:latin typeface="Carlito"/>
                <a:cs typeface="Carlito"/>
              </a:rPr>
              <a:t>the</a:t>
            </a:r>
            <a:r>
              <a:rPr dirty="0" sz="2600" spc="-35">
                <a:latin typeface="Carlito"/>
                <a:cs typeface="Carlito"/>
              </a:rPr>
              <a:t> </a:t>
            </a:r>
            <a:r>
              <a:rPr dirty="0" sz="2600">
                <a:latin typeface="Carlito"/>
                <a:cs typeface="Carlito"/>
              </a:rPr>
              <a:t>same</a:t>
            </a:r>
            <a:r>
              <a:rPr dirty="0" sz="2600" spc="-40">
                <a:latin typeface="Carlito"/>
                <a:cs typeface="Carlito"/>
              </a:rPr>
              <a:t> </a:t>
            </a:r>
            <a:r>
              <a:rPr dirty="0" sz="2600">
                <a:latin typeface="Carlito"/>
                <a:cs typeface="Carlito"/>
              </a:rPr>
              <a:t>set</a:t>
            </a:r>
            <a:r>
              <a:rPr dirty="0" sz="2600" spc="-45">
                <a:latin typeface="Carlito"/>
                <a:cs typeface="Carlito"/>
              </a:rPr>
              <a:t> </a:t>
            </a:r>
            <a:r>
              <a:rPr dirty="0" sz="2600">
                <a:latin typeface="Carlito"/>
                <a:cs typeface="Carlito"/>
              </a:rPr>
              <a:t>of</a:t>
            </a:r>
            <a:r>
              <a:rPr dirty="0" sz="2600" spc="-30">
                <a:latin typeface="Carlito"/>
                <a:cs typeface="Carlito"/>
              </a:rPr>
              <a:t> </a:t>
            </a:r>
            <a:r>
              <a:rPr dirty="0" sz="2600">
                <a:latin typeface="Carlito"/>
                <a:cs typeface="Carlito"/>
              </a:rPr>
              <a:t>test</a:t>
            </a:r>
            <a:r>
              <a:rPr dirty="0" sz="2600" spc="-40">
                <a:latin typeface="Carlito"/>
                <a:cs typeface="Carlito"/>
              </a:rPr>
              <a:t> </a:t>
            </a:r>
            <a:r>
              <a:rPr dirty="0" sz="2600">
                <a:latin typeface="Carlito"/>
                <a:cs typeface="Carlito"/>
              </a:rPr>
              <a:t>cases</a:t>
            </a:r>
            <a:r>
              <a:rPr dirty="0" sz="2600" spc="-50">
                <a:latin typeface="Carlito"/>
                <a:cs typeface="Carlito"/>
              </a:rPr>
              <a:t> </a:t>
            </a:r>
            <a:r>
              <a:rPr dirty="0" sz="2600">
                <a:latin typeface="Carlito"/>
                <a:cs typeface="Carlito"/>
              </a:rPr>
              <a:t>will</a:t>
            </a:r>
            <a:r>
              <a:rPr dirty="0" sz="2600" spc="-30">
                <a:latin typeface="Carlito"/>
                <a:cs typeface="Carlito"/>
              </a:rPr>
              <a:t> </a:t>
            </a:r>
            <a:r>
              <a:rPr dirty="0" sz="2600">
                <a:latin typeface="Carlito"/>
                <a:cs typeface="Carlito"/>
              </a:rPr>
              <a:t>no</a:t>
            </a:r>
            <a:r>
              <a:rPr dirty="0" sz="2600" spc="-30">
                <a:latin typeface="Carlito"/>
                <a:cs typeface="Carlito"/>
              </a:rPr>
              <a:t> </a:t>
            </a:r>
            <a:r>
              <a:rPr dirty="0" sz="2600">
                <a:latin typeface="Carlito"/>
                <a:cs typeface="Carlito"/>
              </a:rPr>
              <a:t>longer</a:t>
            </a:r>
            <a:r>
              <a:rPr dirty="0" sz="2600" spc="-25">
                <a:latin typeface="Carlito"/>
                <a:cs typeface="Carlito"/>
              </a:rPr>
              <a:t> </a:t>
            </a:r>
            <a:r>
              <a:rPr dirty="0" sz="2600" spc="-20">
                <a:latin typeface="Carlito"/>
                <a:cs typeface="Carlito"/>
              </a:rPr>
              <a:t>find </a:t>
            </a:r>
            <a:r>
              <a:rPr dirty="0" sz="2600">
                <a:latin typeface="Carlito"/>
                <a:cs typeface="Carlito"/>
              </a:rPr>
              <a:t>any</a:t>
            </a:r>
            <a:r>
              <a:rPr dirty="0" sz="2600" spc="-45">
                <a:latin typeface="Carlito"/>
                <a:cs typeface="Carlito"/>
              </a:rPr>
              <a:t> </a:t>
            </a:r>
            <a:r>
              <a:rPr dirty="0" sz="2600">
                <a:latin typeface="Carlito"/>
                <a:cs typeface="Carlito"/>
              </a:rPr>
              <a:t>new</a:t>
            </a:r>
            <a:r>
              <a:rPr dirty="0" sz="2600" spc="-60">
                <a:latin typeface="Carlito"/>
                <a:cs typeface="Carlito"/>
              </a:rPr>
              <a:t> </a:t>
            </a:r>
            <a:r>
              <a:rPr dirty="0" sz="2600" spc="-10">
                <a:latin typeface="Carlito"/>
                <a:cs typeface="Carlito"/>
              </a:rPr>
              <a:t>bugs.</a:t>
            </a:r>
            <a:endParaRPr sz="2600">
              <a:latin typeface="Carlito"/>
              <a:cs typeface="Carlito"/>
            </a:endParaRPr>
          </a:p>
          <a:p>
            <a:pPr marL="184785" marR="5080" indent="-172720">
              <a:lnSpc>
                <a:spcPct val="90000"/>
              </a:lnSpc>
              <a:spcBef>
                <a:spcPts val="395"/>
              </a:spcBef>
              <a:buFont typeface="Arial"/>
              <a:buChar char="•"/>
              <a:tabLst>
                <a:tab pos="184785" algn="l"/>
              </a:tabLst>
            </a:pPr>
            <a:r>
              <a:rPr dirty="0" sz="2600" spc="-114">
                <a:latin typeface="Carlito"/>
                <a:cs typeface="Carlito"/>
              </a:rPr>
              <a:t>To</a:t>
            </a:r>
            <a:r>
              <a:rPr dirty="0" sz="2600" spc="-35">
                <a:latin typeface="Carlito"/>
                <a:cs typeface="Carlito"/>
              </a:rPr>
              <a:t> </a:t>
            </a:r>
            <a:r>
              <a:rPr dirty="0" sz="2600">
                <a:latin typeface="Carlito"/>
                <a:cs typeface="Carlito"/>
              </a:rPr>
              <a:t>overcome</a:t>
            </a:r>
            <a:r>
              <a:rPr dirty="0" sz="2600" spc="-100">
                <a:latin typeface="Carlito"/>
                <a:cs typeface="Carlito"/>
              </a:rPr>
              <a:t> </a:t>
            </a:r>
            <a:r>
              <a:rPr dirty="0" sz="2600">
                <a:latin typeface="Carlito"/>
                <a:cs typeface="Carlito"/>
              </a:rPr>
              <a:t>this</a:t>
            </a:r>
            <a:r>
              <a:rPr dirty="0" sz="2600" spc="-75">
                <a:latin typeface="Carlito"/>
                <a:cs typeface="Carlito"/>
              </a:rPr>
              <a:t> </a:t>
            </a:r>
            <a:r>
              <a:rPr dirty="0" sz="2600">
                <a:latin typeface="Carlito"/>
                <a:cs typeface="Carlito"/>
              </a:rPr>
              <a:t>'pesticide</a:t>
            </a:r>
            <a:r>
              <a:rPr dirty="0" sz="2600" spc="-100">
                <a:latin typeface="Carlito"/>
                <a:cs typeface="Carlito"/>
              </a:rPr>
              <a:t> </a:t>
            </a:r>
            <a:r>
              <a:rPr dirty="0" sz="2600">
                <a:latin typeface="Carlito"/>
                <a:cs typeface="Carlito"/>
              </a:rPr>
              <a:t>paradox',</a:t>
            </a:r>
            <a:r>
              <a:rPr dirty="0" sz="2600" spc="-75">
                <a:latin typeface="Carlito"/>
                <a:cs typeface="Carlito"/>
              </a:rPr>
              <a:t> </a:t>
            </a:r>
            <a:r>
              <a:rPr dirty="0" sz="2600">
                <a:latin typeface="Carlito"/>
                <a:cs typeface="Carlito"/>
              </a:rPr>
              <a:t>the</a:t>
            </a:r>
            <a:r>
              <a:rPr dirty="0" sz="2600" spc="-80">
                <a:latin typeface="Carlito"/>
                <a:cs typeface="Carlito"/>
              </a:rPr>
              <a:t> </a:t>
            </a:r>
            <a:r>
              <a:rPr dirty="0" sz="2600">
                <a:latin typeface="Carlito"/>
                <a:cs typeface="Carlito"/>
              </a:rPr>
              <a:t>test</a:t>
            </a:r>
            <a:r>
              <a:rPr dirty="0" sz="2600" spc="-80">
                <a:latin typeface="Carlito"/>
                <a:cs typeface="Carlito"/>
              </a:rPr>
              <a:t> </a:t>
            </a:r>
            <a:r>
              <a:rPr dirty="0" sz="2600">
                <a:latin typeface="Carlito"/>
                <a:cs typeface="Carlito"/>
              </a:rPr>
              <a:t>cases</a:t>
            </a:r>
            <a:r>
              <a:rPr dirty="0" sz="2600" spc="-85">
                <a:latin typeface="Carlito"/>
                <a:cs typeface="Carlito"/>
              </a:rPr>
              <a:t> </a:t>
            </a:r>
            <a:r>
              <a:rPr dirty="0" sz="2600" spc="-20">
                <a:latin typeface="Carlito"/>
                <a:cs typeface="Carlito"/>
              </a:rPr>
              <a:t>need </a:t>
            </a:r>
            <a:r>
              <a:rPr dirty="0" sz="2600">
                <a:latin typeface="Carlito"/>
                <a:cs typeface="Carlito"/>
              </a:rPr>
              <a:t>to</a:t>
            </a:r>
            <a:r>
              <a:rPr dirty="0" sz="2600" spc="-40">
                <a:latin typeface="Carlito"/>
                <a:cs typeface="Carlito"/>
              </a:rPr>
              <a:t> </a:t>
            </a:r>
            <a:r>
              <a:rPr dirty="0" sz="2600">
                <a:latin typeface="Carlito"/>
                <a:cs typeface="Carlito"/>
              </a:rPr>
              <a:t>be</a:t>
            </a:r>
            <a:r>
              <a:rPr dirty="0" sz="2600" spc="-50">
                <a:latin typeface="Carlito"/>
                <a:cs typeface="Carlito"/>
              </a:rPr>
              <a:t> </a:t>
            </a:r>
            <a:r>
              <a:rPr dirty="0" sz="2600">
                <a:latin typeface="Carlito"/>
                <a:cs typeface="Carlito"/>
              </a:rPr>
              <a:t>regularly</a:t>
            </a:r>
            <a:r>
              <a:rPr dirty="0" sz="2600" spc="-50">
                <a:latin typeface="Carlito"/>
                <a:cs typeface="Carlito"/>
              </a:rPr>
              <a:t> </a:t>
            </a:r>
            <a:r>
              <a:rPr dirty="0" sz="2600" spc="-10">
                <a:latin typeface="Carlito"/>
                <a:cs typeface="Carlito"/>
              </a:rPr>
              <a:t>reviewed</a:t>
            </a:r>
            <a:r>
              <a:rPr dirty="0" sz="2600" spc="-55">
                <a:latin typeface="Carlito"/>
                <a:cs typeface="Carlito"/>
              </a:rPr>
              <a:t> </a:t>
            </a:r>
            <a:r>
              <a:rPr dirty="0" sz="2600">
                <a:latin typeface="Carlito"/>
                <a:cs typeface="Carlito"/>
              </a:rPr>
              <a:t>and</a:t>
            </a:r>
            <a:r>
              <a:rPr dirty="0" sz="2600" spc="-45">
                <a:latin typeface="Carlito"/>
                <a:cs typeface="Carlito"/>
              </a:rPr>
              <a:t> </a:t>
            </a:r>
            <a:r>
              <a:rPr dirty="0" sz="2600">
                <a:latin typeface="Carlito"/>
                <a:cs typeface="Carlito"/>
              </a:rPr>
              <a:t>revised,</a:t>
            </a:r>
            <a:r>
              <a:rPr dirty="0" sz="2600" spc="-55">
                <a:latin typeface="Carlito"/>
                <a:cs typeface="Carlito"/>
              </a:rPr>
              <a:t> </a:t>
            </a:r>
            <a:r>
              <a:rPr dirty="0" sz="2600">
                <a:latin typeface="Carlito"/>
                <a:cs typeface="Carlito"/>
              </a:rPr>
              <a:t>and</a:t>
            </a:r>
            <a:r>
              <a:rPr dirty="0" sz="2600" spc="-50">
                <a:latin typeface="Carlito"/>
                <a:cs typeface="Carlito"/>
              </a:rPr>
              <a:t> </a:t>
            </a:r>
            <a:r>
              <a:rPr dirty="0" sz="2600">
                <a:latin typeface="Carlito"/>
                <a:cs typeface="Carlito"/>
              </a:rPr>
              <a:t>new</a:t>
            </a:r>
            <a:r>
              <a:rPr dirty="0" sz="2600" spc="-45">
                <a:latin typeface="Carlito"/>
                <a:cs typeface="Carlito"/>
              </a:rPr>
              <a:t> </a:t>
            </a:r>
            <a:r>
              <a:rPr dirty="0" sz="2600" spc="-25">
                <a:latin typeface="Carlito"/>
                <a:cs typeface="Carlito"/>
              </a:rPr>
              <a:t>and </a:t>
            </a:r>
            <a:r>
              <a:rPr dirty="0" sz="2600" spc="-10">
                <a:latin typeface="Carlito"/>
                <a:cs typeface="Carlito"/>
              </a:rPr>
              <a:t>different</a:t>
            </a:r>
            <a:r>
              <a:rPr dirty="0" sz="2600" spc="-100">
                <a:latin typeface="Carlito"/>
                <a:cs typeface="Carlito"/>
              </a:rPr>
              <a:t> </a:t>
            </a:r>
            <a:r>
              <a:rPr dirty="0" sz="2600">
                <a:latin typeface="Carlito"/>
                <a:cs typeface="Carlito"/>
              </a:rPr>
              <a:t>tests</a:t>
            </a:r>
            <a:r>
              <a:rPr dirty="0" sz="2600" spc="-80">
                <a:latin typeface="Carlito"/>
                <a:cs typeface="Carlito"/>
              </a:rPr>
              <a:t> </a:t>
            </a:r>
            <a:r>
              <a:rPr dirty="0" sz="2600">
                <a:latin typeface="Carlito"/>
                <a:cs typeface="Carlito"/>
              </a:rPr>
              <a:t>need</a:t>
            </a:r>
            <a:r>
              <a:rPr dirty="0" sz="2600" spc="-90">
                <a:latin typeface="Carlito"/>
                <a:cs typeface="Carlito"/>
              </a:rPr>
              <a:t> </a:t>
            </a:r>
            <a:r>
              <a:rPr dirty="0" sz="2600">
                <a:latin typeface="Carlito"/>
                <a:cs typeface="Carlito"/>
              </a:rPr>
              <a:t>to</a:t>
            </a:r>
            <a:r>
              <a:rPr dirty="0" sz="2600" spc="-65">
                <a:latin typeface="Carlito"/>
                <a:cs typeface="Carlito"/>
              </a:rPr>
              <a:t> </a:t>
            </a:r>
            <a:r>
              <a:rPr dirty="0" sz="2600">
                <a:latin typeface="Carlito"/>
                <a:cs typeface="Carlito"/>
              </a:rPr>
              <a:t>be</a:t>
            </a:r>
            <a:r>
              <a:rPr dirty="0" sz="2600" spc="-80">
                <a:latin typeface="Carlito"/>
                <a:cs typeface="Carlito"/>
              </a:rPr>
              <a:t> </a:t>
            </a:r>
            <a:r>
              <a:rPr dirty="0" sz="2600">
                <a:latin typeface="Carlito"/>
                <a:cs typeface="Carlito"/>
              </a:rPr>
              <a:t>written</a:t>
            </a:r>
            <a:r>
              <a:rPr dirty="0" sz="2600" spc="-75">
                <a:latin typeface="Carlito"/>
                <a:cs typeface="Carlito"/>
              </a:rPr>
              <a:t> </a:t>
            </a:r>
            <a:r>
              <a:rPr dirty="0" sz="2600">
                <a:latin typeface="Carlito"/>
                <a:cs typeface="Carlito"/>
              </a:rPr>
              <a:t>to</a:t>
            </a:r>
            <a:r>
              <a:rPr dirty="0" sz="2600" spc="-60">
                <a:latin typeface="Carlito"/>
                <a:cs typeface="Carlito"/>
              </a:rPr>
              <a:t> </a:t>
            </a:r>
            <a:r>
              <a:rPr dirty="0" sz="2600" spc="-10">
                <a:latin typeface="Carlito"/>
                <a:cs typeface="Carlito"/>
              </a:rPr>
              <a:t>exercise</a:t>
            </a:r>
            <a:r>
              <a:rPr dirty="0" sz="2600" spc="-85">
                <a:latin typeface="Carlito"/>
                <a:cs typeface="Carlito"/>
              </a:rPr>
              <a:t> </a:t>
            </a:r>
            <a:r>
              <a:rPr dirty="0" sz="2600" spc="-10">
                <a:latin typeface="Carlito"/>
                <a:cs typeface="Carlito"/>
              </a:rPr>
              <a:t>different </a:t>
            </a:r>
            <a:r>
              <a:rPr dirty="0" sz="2600">
                <a:latin typeface="Carlito"/>
                <a:cs typeface="Carlito"/>
              </a:rPr>
              <a:t>parts</a:t>
            </a:r>
            <a:r>
              <a:rPr dirty="0" sz="2600" spc="-45">
                <a:latin typeface="Carlito"/>
                <a:cs typeface="Carlito"/>
              </a:rPr>
              <a:t> </a:t>
            </a:r>
            <a:r>
              <a:rPr dirty="0" sz="2600">
                <a:latin typeface="Carlito"/>
                <a:cs typeface="Carlito"/>
              </a:rPr>
              <a:t>of</a:t>
            </a:r>
            <a:r>
              <a:rPr dirty="0" sz="2600" spc="-40">
                <a:latin typeface="Carlito"/>
                <a:cs typeface="Carlito"/>
              </a:rPr>
              <a:t> </a:t>
            </a:r>
            <a:r>
              <a:rPr dirty="0" sz="2600">
                <a:latin typeface="Carlito"/>
                <a:cs typeface="Carlito"/>
              </a:rPr>
              <a:t>the</a:t>
            </a:r>
            <a:r>
              <a:rPr dirty="0" sz="2600" spc="-50">
                <a:latin typeface="Carlito"/>
                <a:cs typeface="Carlito"/>
              </a:rPr>
              <a:t> </a:t>
            </a:r>
            <a:r>
              <a:rPr dirty="0" sz="2600">
                <a:latin typeface="Carlito"/>
                <a:cs typeface="Carlito"/>
              </a:rPr>
              <a:t>software</a:t>
            </a:r>
            <a:r>
              <a:rPr dirty="0" sz="2600" spc="-50">
                <a:latin typeface="Carlito"/>
                <a:cs typeface="Carlito"/>
              </a:rPr>
              <a:t> </a:t>
            </a:r>
            <a:r>
              <a:rPr dirty="0" sz="2600">
                <a:latin typeface="Carlito"/>
                <a:cs typeface="Carlito"/>
              </a:rPr>
              <a:t>or</a:t>
            </a:r>
            <a:r>
              <a:rPr dirty="0" sz="2600" spc="-35">
                <a:latin typeface="Carlito"/>
                <a:cs typeface="Carlito"/>
              </a:rPr>
              <a:t> </a:t>
            </a:r>
            <a:r>
              <a:rPr dirty="0" sz="2600" spc="-10">
                <a:latin typeface="Carlito"/>
                <a:cs typeface="Carlito"/>
              </a:rPr>
              <a:t>system</a:t>
            </a:r>
            <a:r>
              <a:rPr dirty="0" sz="2600" spc="-75">
                <a:latin typeface="Carlito"/>
                <a:cs typeface="Carlito"/>
              </a:rPr>
              <a:t> </a:t>
            </a:r>
            <a:r>
              <a:rPr dirty="0" sz="2600">
                <a:latin typeface="Carlito"/>
                <a:cs typeface="Carlito"/>
              </a:rPr>
              <a:t>to</a:t>
            </a:r>
            <a:r>
              <a:rPr dirty="0" sz="2600" spc="-40">
                <a:latin typeface="Carlito"/>
                <a:cs typeface="Carlito"/>
              </a:rPr>
              <a:t> </a:t>
            </a:r>
            <a:r>
              <a:rPr dirty="0" sz="2600" spc="-10">
                <a:latin typeface="Carlito"/>
                <a:cs typeface="Carlito"/>
              </a:rPr>
              <a:t>potentially</a:t>
            </a:r>
            <a:r>
              <a:rPr dirty="0" sz="2600" spc="-55">
                <a:latin typeface="Carlito"/>
                <a:cs typeface="Carlito"/>
              </a:rPr>
              <a:t> </a:t>
            </a:r>
            <a:r>
              <a:rPr dirty="0" sz="2600">
                <a:latin typeface="Carlito"/>
                <a:cs typeface="Carlito"/>
              </a:rPr>
              <a:t>find</a:t>
            </a:r>
            <a:r>
              <a:rPr dirty="0" sz="2600" spc="-50">
                <a:latin typeface="Carlito"/>
                <a:cs typeface="Carlito"/>
              </a:rPr>
              <a:t> </a:t>
            </a:r>
            <a:r>
              <a:rPr dirty="0" sz="2600" spc="-20">
                <a:latin typeface="Carlito"/>
                <a:cs typeface="Carlito"/>
              </a:rPr>
              <a:t>more </a:t>
            </a:r>
            <a:r>
              <a:rPr dirty="0" sz="2600" spc="-10">
                <a:latin typeface="Carlito"/>
                <a:cs typeface="Carlito"/>
              </a:rPr>
              <a:t>defects.</a:t>
            </a:r>
            <a:endParaRPr sz="2600">
              <a:latin typeface="Carlito"/>
              <a:cs typeface="Carlito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24200" y="1126236"/>
            <a:ext cx="3800855" cy="252374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5"/>
              <a:t>Principles</a:t>
            </a:r>
            <a:r>
              <a:rPr dirty="0" spc="-145"/>
              <a:t> </a:t>
            </a:r>
            <a:r>
              <a:rPr dirty="0"/>
              <a:t>of</a:t>
            </a:r>
            <a:r>
              <a:rPr dirty="0" spc="-114"/>
              <a:t> </a:t>
            </a:r>
            <a:r>
              <a:rPr dirty="0" spc="-75"/>
              <a:t>Testing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07593" y="1390650"/>
            <a:ext cx="222758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75285" indent="-363855">
              <a:lnSpc>
                <a:spcPct val="100000"/>
              </a:lnSpc>
              <a:spcBef>
                <a:spcPts val="105"/>
              </a:spcBef>
              <a:buSzPct val="96875"/>
              <a:buFont typeface="Wingdings"/>
              <a:buChar char=""/>
              <a:tabLst>
                <a:tab pos="375285" algn="l"/>
              </a:tabLst>
            </a:pPr>
            <a:r>
              <a:rPr dirty="0" sz="3200">
                <a:latin typeface="Carlito"/>
                <a:cs typeface="Carlito"/>
              </a:rPr>
              <a:t>Principle</a:t>
            </a:r>
            <a:r>
              <a:rPr dirty="0" sz="3200" spc="-95">
                <a:latin typeface="Carlito"/>
                <a:cs typeface="Carlito"/>
              </a:rPr>
              <a:t> </a:t>
            </a:r>
            <a:r>
              <a:rPr dirty="0" sz="3200" spc="-25">
                <a:latin typeface="Carlito"/>
                <a:cs typeface="Carlito"/>
              </a:rPr>
              <a:t>6:</a:t>
            </a:r>
            <a:endParaRPr sz="3200">
              <a:latin typeface="Carlito"/>
              <a:cs typeface="Carlito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50493" y="4500117"/>
            <a:ext cx="7308215" cy="1654810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184785" marR="5080" indent="-172720">
              <a:lnSpc>
                <a:spcPts val="3020"/>
              </a:lnSpc>
              <a:spcBef>
                <a:spcPts val="480"/>
              </a:spcBef>
              <a:buFont typeface="Arial"/>
              <a:buChar char="•"/>
              <a:tabLst>
                <a:tab pos="184785" algn="l"/>
                <a:tab pos="264160" algn="l"/>
              </a:tabLst>
            </a:pPr>
            <a:r>
              <a:rPr dirty="0" sz="2800">
                <a:latin typeface="Carlito"/>
                <a:cs typeface="Carlito"/>
              </a:rPr>
              <a:t>	</a:t>
            </a:r>
            <a:r>
              <a:rPr dirty="0" sz="2800" spc="-35">
                <a:latin typeface="Carlito"/>
                <a:cs typeface="Carlito"/>
              </a:rPr>
              <a:t>Testing</a:t>
            </a:r>
            <a:r>
              <a:rPr dirty="0" sz="2800" spc="-75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is</a:t>
            </a:r>
            <a:r>
              <a:rPr dirty="0" sz="2800" spc="-90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done</a:t>
            </a:r>
            <a:r>
              <a:rPr dirty="0" sz="2800" spc="-65">
                <a:latin typeface="Carlito"/>
                <a:cs typeface="Carlito"/>
              </a:rPr>
              <a:t> </a:t>
            </a:r>
            <a:r>
              <a:rPr dirty="0" sz="2800" spc="-10">
                <a:latin typeface="Carlito"/>
                <a:cs typeface="Carlito"/>
              </a:rPr>
              <a:t>differently</a:t>
            </a:r>
            <a:r>
              <a:rPr dirty="0" sz="2800" spc="-95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in</a:t>
            </a:r>
            <a:r>
              <a:rPr dirty="0" sz="2800" spc="-85">
                <a:latin typeface="Carlito"/>
                <a:cs typeface="Carlito"/>
              </a:rPr>
              <a:t> </a:t>
            </a:r>
            <a:r>
              <a:rPr dirty="0" sz="2800" spc="-10">
                <a:latin typeface="Carlito"/>
                <a:cs typeface="Carlito"/>
              </a:rPr>
              <a:t>different</a:t>
            </a:r>
            <a:r>
              <a:rPr dirty="0" sz="2800" spc="-80">
                <a:latin typeface="Carlito"/>
                <a:cs typeface="Carlito"/>
              </a:rPr>
              <a:t> </a:t>
            </a:r>
            <a:r>
              <a:rPr dirty="0" sz="2800" spc="-10">
                <a:latin typeface="Carlito"/>
                <a:cs typeface="Carlito"/>
              </a:rPr>
              <a:t>dependent contexts.</a:t>
            </a:r>
            <a:endParaRPr sz="2800">
              <a:latin typeface="Carlito"/>
              <a:cs typeface="Carlito"/>
            </a:endParaRPr>
          </a:p>
          <a:p>
            <a:pPr marL="182880" marR="614045" indent="-170815">
              <a:lnSpc>
                <a:spcPts val="3020"/>
              </a:lnSpc>
              <a:spcBef>
                <a:spcPts val="405"/>
              </a:spcBef>
              <a:buFont typeface="Arial"/>
              <a:buChar char="•"/>
              <a:tabLst>
                <a:tab pos="184785" algn="l"/>
              </a:tabLst>
            </a:pPr>
            <a:r>
              <a:rPr dirty="0" sz="2800">
                <a:latin typeface="Carlito"/>
                <a:cs typeface="Carlito"/>
              </a:rPr>
              <a:t>For</a:t>
            </a:r>
            <a:r>
              <a:rPr dirty="0" sz="2800" spc="-70">
                <a:latin typeface="Carlito"/>
                <a:cs typeface="Carlito"/>
              </a:rPr>
              <a:t> </a:t>
            </a:r>
            <a:r>
              <a:rPr dirty="0" sz="2800" spc="-10">
                <a:latin typeface="Carlito"/>
                <a:cs typeface="Carlito"/>
              </a:rPr>
              <a:t>example,</a:t>
            </a:r>
            <a:r>
              <a:rPr dirty="0" sz="2800" spc="-60">
                <a:latin typeface="Carlito"/>
                <a:cs typeface="Carlito"/>
              </a:rPr>
              <a:t> </a:t>
            </a:r>
            <a:r>
              <a:rPr dirty="0" sz="2800" spc="-30">
                <a:latin typeface="Carlito"/>
                <a:cs typeface="Carlito"/>
              </a:rPr>
              <a:t>safety-</a:t>
            </a:r>
            <a:r>
              <a:rPr dirty="0" sz="2800">
                <a:latin typeface="Carlito"/>
                <a:cs typeface="Carlito"/>
              </a:rPr>
              <a:t>critical</a:t>
            </a:r>
            <a:r>
              <a:rPr dirty="0" sz="2800" spc="-55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software</a:t>
            </a:r>
            <a:r>
              <a:rPr dirty="0" sz="2800" spc="-65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is</a:t>
            </a:r>
            <a:r>
              <a:rPr dirty="0" sz="2800" spc="-60">
                <a:latin typeface="Carlito"/>
                <a:cs typeface="Carlito"/>
              </a:rPr>
              <a:t> </a:t>
            </a:r>
            <a:r>
              <a:rPr dirty="0" sz="2800" spc="-10">
                <a:latin typeface="Carlito"/>
                <a:cs typeface="Carlito"/>
              </a:rPr>
              <a:t>tested 	differently</a:t>
            </a:r>
            <a:r>
              <a:rPr dirty="0" sz="2800" spc="-90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from</a:t>
            </a:r>
            <a:r>
              <a:rPr dirty="0" sz="2800" spc="-75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an</a:t>
            </a:r>
            <a:r>
              <a:rPr dirty="0" sz="2800" spc="-75">
                <a:latin typeface="Carlito"/>
                <a:cs typeface="Carlito"/>
              </a:rPr>
              <a:t> </a:t>
            </a:r>
            <a:r>
              <a:rPr dirty="0" sz="2800" spc="-10">
                <a:latin typeface="Carlito"/>
                <a:cs typeface="Carlito"/>
              </a:rPr>
              <a:t>e-commerce</a:t>
            </a:r>
            <a:r>
              <a:rPr dirty="0" sz="2800" spc="-75">
                <a:latin typeface="Carlito"/>
                <a:cs typeface="Carlito"/>
              </a:rPr>
              <a:t> </a:t>
            </a:r>
            <a:r>
              <a:rPr dirty="0" sz="2800" spc="-10">
                <a:latin typeface="Carlito"/>
                <a:cs typeface="Carlito"/>
              </a:rPr>
              <a:t>site.</a:t>
            </a:r>
            <a:endParaRPr sz="2800">
              <a:latin typeface="Carlito"/>
              <a:cs typeface="Carlito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48228" y="1629155"/>
            <a:ext cx="3819144" cy="259994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55"/>
              <a:t>Principles</a:t>
            </a:r>
            <a:r>
              <a:rPr dirty="0" spc="-145"/>
              <a:t> </a:t>
            </a:r>
            <a:r>
              <a:rPr dirty="0"/>
              <a:t>of</a:t>
            </a:r>
            <a:r>
              <a:rPr dirty="0" spc="-114"/>
              <a:t> </a:t>
            </a:r>
            <a:r>
              <a:rPr dirty="0" spc="-75"/>
              <a:t>Testing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07593" y="1390650"/>
            <a:ext cx="222758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75285" indent="-363855">
              <a:lnSpc>
                <a:spcPct val="100000"/>
              </a:lnSpc>
              <a:spcBef>
                <a:spcPts val="105"/>
              </a:spcBef>
              <a:buSzPct val="96875"/>
              <a:buFont typeface="Wingdings"/>
              <a:buChar char=""/>
              <a:tabLst>
                <a:tab pos="375285" algn="l"/>
              </a:tabLst>
            </a:pPr>
            <a:r>
              <a:rPr dirty="0" sz="3200">
                <a:latin typeface="Carlito"/>
                <a:cs typeface="Carlito"/>
              </a:rPr>
              <a:t>Principle</a:t>
            </a:r>
            <a:r>
              <a:rPr dirty="0" sz="3200" spc="-95">
                <a:latin typeface="Carlito"/>
                <a:cs typeface="Carlito"/>
              </a:rPr>
              <a:t> </a:t>
            </a:r>
            <a:r>
              <a:rPr dirty="0" sz="3200" spc="-25">
                <a:latin typeface="Carlito"/>
                <a:cs typeface="Carlito"/>
              </a:rPr>
              <a:t>7:</a:t>
            </a:r>
            <a:endParaRPr sz="3200">
              <a:latin typeface="Carlito"/>
              <a:cs typeface="Carlito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50493" y="4500117"/>
            <a:ext cx="7915909" cy="1220470"/>
          </a:xfrm>
          <a:prstGeom prst="rect">
            <a:avLst/>
          </a:prstGeom>
        </p:spPr>
        <p:txBody>
          <a:bodyPr wrap="square" lIns="0" tIns="54610" rIns="0" bIns="0" rtlCol="0" vert="horz">
            <a:spAutoFit/>
          </a:bodyPr>
          <a:lstStyle/>
          <a:p>
            <a:pPr marL="184785" marR="5080" indent="-172720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184785" algn="l"/>
                <a:tab pos="264160" algn="l"/>
              </a:tabLst>
            </a:pPr>
            <a:r>
              <a:rPr dirty="0" sz="2800">
                <a:latin typeface="Carlito"/>
                <a:cs typeface="Carlito"/>
              </a:rPr>
              <a:t>	Finding</a:t>
            </a:r>
            <a:r>
              <a:rPr dirty="0" sz="2800" spc="-25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and</a:t>
            </a:r>
            <a:r>
              <a:rPr dirty="0" sz="2800" spc="-55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fixing</a:t>
            </a:r>
            <a:r>
              <a:rPr dirty="0" sz="2800" spc="-45">
                <a:latin typeface="Carlito"/>
                <a:cs typeface="Carlito"/>
              </a:rPr>
              <a:t> </a:t>
            </a:r>
            <a:r>
              <a:rPr dirty="0" sz="2800" spc="-10">
                <a:latin typeface="Carlito"/>
                <a:cs typeface="Carlito"/>
              </a:rPr>
              <a:t>defects</a:t>
            </a:r>
            <a:r>
              <a:rPr dirty="0" sz="2800" spc="-45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does</a:t>
            </a:r>
            <a:r>
              <a:rPr dirty="0" sz="2800" spc="-50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not</a:t>
            </a:r>
            <a:r>
              <a:rPr dirty="0" sz="2800" spc="-45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help</a:t>
            </a:r>
            <a:r>
              <a:rPr dirty="0" sz="2800" spc="-40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if</a:t>
            </a:r>
            <a:r>
              <a:rPr dirty="0" sz="2800" spc="-60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the</a:t>
            </a:r>
            <a:r>
              <a:rPr dirty="0" sz="2800" spc="-50">
                <a:latin typeface="Carlito"/>
                <a:cs typeface="Carlito"/>
              </a:rPr>
              <a:t> </a:t>
            </a:r>
            <a:r>
              <a:rPr dirty="0" sz="2800" spc="-10">
                <a:latin typeface="Carlito"/>
                <a:cs typeface="Carlito"/>
              </a:rPr>
              <a:t>system </a:t>
            </a:r>
            <a:r>
              <a:rPr dirty="0" sz="2800">
                <a:latin typeface="Carlito"/>
                <a:cs typeface="Carlito"/>
              </a:rPr>
              <a:t>built</a:t>
            </a:r>
            <a:r>
              <a:rPr dirty="0" sz="2800" spc="-45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is</a:t>
            </a:r>
            <a:r>
              <a:rPr dirty="0" sz="2800" spc="-55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unusable</a:t>
            </a:r>
            <a:r>
              <a:rPr dirty="0" sz="2800" spc="-25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and</a:t>
            </a:r>
            <a:r>
              <a:rPr dirty="0" sz="2800" spc="-60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does</a:t>
            </a:r>
            <a:r>
              <a:rPr dirty="0" sz="2800" spc="-45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not</a:t>
            </a:r>
            <a:r>
              <a:rPr dirty="0" sz="2800" spc="-55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fulfill</a:t>
            </a:r>
            <a:r>
              <a:rPr dirty="0" sz="2800" spc="-55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the</a:t>
            </a:r>
            <a:r>
              <a:rPr dirty="0" sz="2800" spc="-60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users'</a:t>
            </a:r>
            <a:r>
              <a:rPr dirty="0" sz="2800" spc="-45">
                <a:latin typeface="Carlito"/>
                <a:cs typeface="Carlito"/>
              </a:rPr>
              <a:t> </a:t>
            </a:r>
            <a:r>
              <a:rPr dirty="0" sz="2800" spc="-10">
                <a:latin typeface="Carlito"/>
                <a:cs typeface="Carlito"/>
              </a:rPr>
              <a:t>needs </a:t>
            </a:r>
            <a:r>
              <a:rPr dirty="0" sz="2800">
                <a:latin typeface="Carlito"/>
                <a:cs typeface="Carlito"/>
              </a:rPr>
              <a:t>and</a:t>
            </a:r>
            <a:r>
              <a:rPr dirty="0" sz="2800" spc="-50">
                <a:latin typeface="Carlito"/>
                <a:cs typeface="Carlito"/>
              </a:rPr>
              <a:t> </a:t>
            </a:r>
            <a:r>
              <a:rPr dirty="0" sz="2800" spc="-10">
                <a:latin typeface="Carlito"/>
                <a:cs typeface="Carlito"/>
              </a:rPr>
              <a:t>expectations.</a:t>
            </a:r>
            <a:endParaRPr sz="2800">
              <a:latin typeface="Carlito"/>
              <a:cs typeface="Carlito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58667" y="1629155"/>
            <a:ext cx="3745991" cy="259994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60"/>
              <a:t>Why</a:t>
            </a:r>
            <a:r>
              <a:rPr dirty="0" spc="-135"/>
              <a:t> </a:t>
            </a:r>
            <a:r>
              <a:rPr dirty="0" spc="-110"/>
              <a:t>Testing</a:t>
            </a:r>
            <a:r>
              <a:rPr dirty="0" spc="-105"/>
              <a:t> </a:t>
            </a:r>
            <a:r>
              <a:rPr dirty="0"/>
              <a:t>is</a:t>
            </a:r>
            <a:r>
              <a:rPr dirty="0" spc="-114"/>
              <a:t> </a:t>
            </a:r>
            <a:r>
              <a:rPr dirty="0" spc="-30"/>
              <a:t>necessary?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29590" y="1151455"/>
            <a:ext cx="7868284" cy="2524760"/>
          </a:xfrm>
          <a:prstGeom prst="rect">
            <a:avLst/>
          </a:prstGeom>
        </p:spPr>
        <p:txBody>
          <a:bodyPr wrap="square" lIns="0" tIns="64769" rIns="0" bIns="0" rtlCol="0" vert="horz">
            <a:spAutoFit/>
          </a:bodyPr>
          <a:lstStyle/>
          <a:p>
            <a:pPr marL="214629" indent="-209550">
              <a:lnSpc>
                <a:spcPct val="100000"/>
              </a:lnSpc>
              <a:spcBef>
                <a:spcPts val="509"/>
              </a:spcBef>
              <a:buSzPct val="96875"/>
              <a:buChar char="•"/>
              <a:tabLst>
                <a:tab pos="214629" algn="l"/>
              </a:tabLst>
            </a:pPr>
            <a:r>
              <a:rPr dirty="0" sz="3200">
                <a:latin typeface="Carlito"/>
                <a:cs typeface="Carlito"/>
              </a:rPr>
              <a:t>All</a:t>
            </a:r>
            <a:r>
              <a:rPr dirty="0" sz="3200" spc="-65">
                <a:latin typeface="Carlito"/>
                <a:cs typeface="Carlito"/>
              </a:rPr>
              <a:t> </a:t>
            </a:r>
            <a:r>
              <a:rPr dirty="0" sz="3200">
                <a:latin typeface="Carlito"/>
                <a:cs typeface="Carlito"/>
              </a:rPr>
              <a:t>Software</a:t>
            </a:r>
            <a:r>
              <a:rPr dirty="0" sz="3200" spc="-60">
                <a:latin typeface="Carlito"/>
                <a:cs typeface="Carlito"/>
              </a:rPr>
              <a:t> </a:t>
            </a:r>
            <a:r>
              <a:rPr dirty="0" sz="3200">
                <a:latin typeface="Carlito"/>
                <a:cs typeface="Carlito"/>
              </a:rPr>
              <a:t>has</a:t>
            </a:r>
            <a:r>
              <a:rPr dirty="0" sz="3200" spc="-80">
                <a:latin typeface="Carlito"/>
                <a:cs typeface="Carlito"/>
              </a:rPr>
              <a:t> </a:t>
            </a:r>
            <a:r>
              <a:rPr dirty="0" sz="3200">
                <a:latin typeface="Carlito"/>
                <a:cs typeface="Carlito"/>
              </a:rPr>
              <a:t>defects</a:t>
            </a:r>
            <a:r>
              <a:rPr dirty="0" sz="3200" spc="-75">
                <a:latin typeface="Carlito"/>
                <a:cs typeface="Carlito"/>
              </a:rPr>
              <a:t> </a:t>
            </a:r>
            <a:r>
              <a:rPr dirty="0" sz="3200" spc="-10">
                <a:latin typeface="Carlito"/>
                <a:cs typeface="Carlito"/>
              </a:rPr>
              <a:t>(bugs)</a:t>
            </a:r>
            <a:endParaRPr sz="3200">
              <a:latin typeface="Carlito"/>
              <a:cs typeface="Carlito"/>
            </a:endParaRPr>
          </a:p>
          <a:p>
            <a:pPr marL="184785" marR="5080" indent="-179705">
              <a:lnSpc>
                <a:spcPts val="3460"/>
              </a:lnSpc>
              <a:spcBef>
                <a:spcPts val="840"/>
              </a:spcBef>
              <a:buSzPct val="96875"/>
              <a:buChar char="•"/>
              <a:tabLst>
                <a:tab pos="184785" algn="l"/>
                <a:tab pos="214629" algn="l"/>
              </a:tabLst>
            </a:pPr>
            <a:r>
              <a:rPr dirty="0" sz="3200">
                <a:latin typeface="Carlito"/>
                <a:cs typeface="Carlito"/>
              </a:rPr>
              <a:t>	</a:t>
            </a:r>
            <a:r>
              <a:rPr dirty="0" sz="3200">
                <a:latin typeface="Carlito"/>
                <a:cs typeface="Carlito"/>
              </a:rPr>
              <a:t>Software</a:t>
            </a:r>
            <a:r>
              <a:rPr dirty="0" sz="3200" spc="-110">
                <a:latin typeface="Carlito"/>
                <a:cs typeface="Carlito"/>
              </a:rPr>
              <a:t> </a:t>
            </a:r>
            <a:r>
              <a:rPr dirty="0" sz="3200">
                <a:latin typeface="Carlito"/>
                <a:cs typeface="Carlito"/>
              </a:rPr>
              <a:t>products</a:t>
            </a:r>
            <a:r>
              <a:rPr dirty="0" sz="3200" spc="-85">
                <a:latin typeface="Carlito"/>
                <a:cs typeface="Carlito"/>
              </a:rPr>
              <a:t> </a:t>
            </a:r>
            <a:r>
              <a:rPr dirty="0" sz="3200">
                <a:latin typeface="Carlito"/>
                <a:cs typeface="Carlito"/>
              </a:rPr>
              <a:t>are</a:t>
            </a:r>
            <a:r>
              <a:rPr dirty="0" sz="3200" spc="-110">
                <a:latin typeface="Carlito"/>
                <a:cs typeface="Carlito"/>
              </a:rPr>
              <a:t> </a:t>
            </a:r>
            <a:r>
              <a:rPr dirty="0" sz="3200">
                <a:latin typeface="Carlito"/>
                <a:cs typeface="Carlito"/>
              </a:rPr>
              <a:t>getting</a:t>
            </a:r>
            <a:r>
              <a:rPr dirty="0" sz="3200" spc="-90">
                <a:latin typeface="Carlito"/>
                <a:cs typeface="Carlito"/>
              </a:rPr>
              <a:t> </a:t>
            </a:r>
            <a:r>
              <a:rPr dirty="0" sz="3200">
                <a:latin typeface="Carlito"/>
                <a:cs typeface="Carlito"/>
              </a:rPr>
              <a:t>larger</a:t>
            </a:r>
            <a:r>
              <a:rPr dirty="0" sz="3200" spc="-95">
                <a:latin typeface="Carlito"/>
                <a:cs typeface="Carlito"/>
              </a:rPr>
              <a:t> </a:t>
            </a:r>
            <a:r>
              <a:rPr dirty="0" sz="3200">
                <a:latin typeface="Carlito"/>
                <a:cs typeface="Carlito"/>
              </a:rPr>
              <a:t>and</a:t>
            </a:r>
            <a:r>
              <a:rPr dirty="0" sz="3200" spc="-85">
                <a:latin typeface="Carlito"/>
                <a:cs typeface="Carlito"/>
              </a:rPr>
              <a:t> </a:t>
            </a:r>
            <a:r>
              <a:rPr dirty="0" sz="3200" spc="-20">
                <a:latin typeface="Carlito"/>
                <a:cs typeface="Carlito"/>
              </a:rPr>
              <a:t>more </a:t>
            </a:r>
            <a:r>
              <a:rPr dirty="0" sz="3200" spc="-10">
                <a:latin typeface="Carlito"/>
                <a:cs typeface="Carlito"/>
              </a:rPr>
              <a:t>complicated</a:t>
            </a:r>
            <a:endParaRPr sz="3200">
              <a:latin typeface="Carlito"/>
              <a:cs typeface="Carlito"/>
            </a:endParaRPr>
          </a:p>
          <a:p>
            <a:pPr marL="184785" marR="287655" indent="-180340">
              <a:lnSpc>
                <a:spcPts val="3460"/>
              </a:lnSpc>
              <a:spcBef>
                <a:spcPts val="800"/>
              </a:spcBef>
              <a:buSzPct val="96875"/>
              <a:buChar char="•"/>
              <a:tabLst>
                <a:tab pos="184785" algn="l"/>
                <a:tab pos="213995" algn="l"/>
              </a:tabLst>
            </a:pPr>
            <a:r>
              <a:rPr dirty="0" sz="3200">
                <a:latin typeface="Carlito"/>
                <a:cs typeface="Carlito"/>
              </a:rPr>
              <a:t>	</a:t>
            </a:r>
            <a:r>
              <a:rPr dirty="0" sz="3200">
                <a:latin typeface="Carlito"/>
                <a:cs typeface="Carlito"/>
              </a:rPr>
              <a:t>Software</a:t>
            </a:r>
            <a:r>
              <a:rPr dirty="0" sz="3200" spc="-60">
                <a:latin typeface="Carlito"/>
                <a:cs typeface="Carlito"/>
              </a:rPr>
              <a:t> </a:t>
            </a:r>
            <a:r>
              <a:rPr dirty="0" sz="3200">
                <a:latin typeface="Carlito"/>
                <a:cs typeface="Carlito"/>
              </a:rPr>
              <a:t>is</a:t>
            </a:r>
            <a:r>
              <a:rPr dirty="0" sz="3200" spc="-50">
                <a:latin typeface="Carlito"/>
                <a:cs typeface="Carlito"/>
              </a:rPr>
              <a:t> </a:t>
            </a:r>
            <a:r>
              <a:rPr dirty="0" sz="3200">
                <a:latin typeface="Carlito"/>
                <a:cs typeface="Carlito"/>
              </a:rPr>
              <a:t>written</a:t>
            </a:r>
            <a:r>
              <a:rPr dirty="0" sz="3200" spc="-35">
                <a:latin typeface="Carlito"/>
                <a:cs typeface="Carlito"/>
              </a:rPr>
              <a:t> </a:t>
            </a:r>
            <a:r>
              <a:rPr dirty="0" sz="3200">
                <a:latin typeface="Carlito"/>
                <a:cs typeface="Carlito"/>
              </a:rPr>
              <a:t>by</a:t>
            </a:r>
            <a:r>
              <a:rPr dirty="0" sz="3200" spc="-45">
                <a:latin typeface="Carlito"/>
                <a:cs typeface="Carlito"/>
              </a:rPr>
              <a:t> </a:t>
            </a:r>
            <a:r>
              <a:rPr dirty="0" sz="3200">
                <a:latin typeface="Carlito"/>
                <a:cs typeface="Carlito"/>
              </a:rPr>
              <a:t>people</a:t>
            </a:r>
            <a:r>
              <a:rPr dirty="0" sz="3200" spc="-30">
                <a:latin typeface="Carlito"/>
                <a:cs typeface="Carlito"/>
              </a:rPr>
              <a:t> </a:t>
            </a:r>
            <a:r>
              <a:rPr dirty="0" sz="3200">
                <a:latin typeface="Carlito"/>
                <a:cs typeface="Carlito"/>
              </a:rPr>
              <a:t>–</a:t>
            </a:r>
            <a:r>
              <a:rPr dirty="0" sz="3200" spc="-50">
                <a:latin typeface="Carlito"/>
                <a:cs typeface="Carlito"/>
              </a:rPr>
              <a:t> </a:t>
            </a:r>
            <a:r>
              <a:rPr dirty="0" sz="3200">
                <a:latin typeface="Carlito"/>
                <a:cs typeface="Carlito"/>
              </a:rPr>
              <a:t>people</a:t>
            </a:r>
            <a:r>
              <a:rPr dirty="0" sz="3200" spc="-40">
                <a:latin typeface="Carlito"/>
                <a:cs typeface="Carlito"/>
              </a:rPr>
              <a:t> </a:t>
            </a:r>
            <a:r>
              <a:rPr dirty="0" sz="3200" spc="-20">
                <a:latin typeface="Carlito"/>
                <a:cs typeface="Carlito"/>
              </a:rPr>
              <a:t>make </a:t>
            </a:r>
            <a:r>
              <a:rPr dirty="0" sz="3200" spc="-10">
                <a:latin typeface="Carlito"/>
                <a:cs typeface="Carlito"/>
              </a:rPr>
              <a:t>mistakes</a:t>
            </a:r>
            <a:endParaRPr sz="32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60"/>
              <a:t>Why</a:t>
            </a:r>
            <a:r>
              <a:rPr dirty="0" spc="-135"/>
              <a:t> </a:t>
            </a:r>
            <a:r>
              <a:rPr dirty="0" spc="-110"/>
              <a:t>Testing</a:t>
            </a:r>
            <a:r>
              <a:rPr dirty="0" spc="-105"/>
              <a:t> </a:t>
            </a:r>
            <a:r>
              <a:rPr dirty="0"/>
              <a:t>is</a:t>
            </a:r>
            <a:r>
              <a:rPr dirty="0" spc="-114"/>
              <a:t> </a:t>
            </a:r>
            <a:r>
              <a:rPr dirty="0" spc="-30"/>
              <a:t>necessary?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29590" y="1202893"/>
            <a:ext cx="8383905" cy="3248660"/>
          </a:xfrm>
          <a:prstGeom prst="rect">
            <a:avLst/>
          </a:prstGeom>
        </p:spPr>
        <p:txBody>
          <a:bodyPr wrap="square" lIns="0" tIns="62230" rIns="0" bIns="0" rtlCol="0" vert="horz">
            <a:spAutoFit/>
          </a:bodyPr>
          <a:lstStyle/>
          <a:p>
            <a:pPr marL="184785" marR="5080" indent="-180340">
              <a:lnSpc>
                <a:spcPct val="90000"/>
              </a:lnSpc>
              <a:spcBef>
                <a:spcPts val="490"/>
              </a:spcBef>
              <a:buSzPct val="96875"/>
              <a:buChar char="•"/>
              <a:tabLst>
                <a:tab pos="184785" algn="l"/>
                <a:tab pos="213995" algn="l"/>
              </a:tabLst>
            </a:pPr>
            <a:r>
              <a:rPr dirty="0" sz="3200">
                <a:latin typeface="Carlito"/>
                <a:cs typeface="Carlito"/>
              </a:rPr>
              <a:t>	</a:t>
            </a:r>
            <a:r>
              <a:rPr dirty="0" sz="3200">
                <a:latin typeface="Carlito"/>
                <a:cs typeface="Carlito"/>
              </a:rPr>
              <a:t>Some</a:t>
            </a:r>
            <a:r>
              <a:rPr dirty="0" sz="3200" spc="-40">
                <a:latin typeface="Carlito"/>
                <a:cs typeface="Carlito"/>
              </a:rPr>
              <a:t> </a:t>
            </a:r>
            <a:r>
              <a:rPr dirty="0" sz="3200">
                <a:latin typeface="Carlito"/>
                <a:cs typeface="Carlito"/>
              </a:rPr>
              <a:t>of</a:t>
            </a:r>
            <a:r>
              <a:rPr dirty="0" sz="3200" spc="-50">
                <a:latin typeface="Carlito"/>
                <a:cs typeface="Carlito"/>
              </a:rPr>
              <a:t> </a:t>
            </a:r>
            <a:r>
              <a:rPr dirty="0" sz="3200">
                <a:latin typeface="Carlito"/>
                <a:cs typeface="Carlito"/>
              </a:rPr>
              <a:t>the</a:t>
            </a:r>
            <a:r>
              <a:rPr dirty="0" sz="3200" spc="-50">
                <a:latin typeface="Carlito"/>
                <a:cs typeface="Carlito"/>
              </a:rPr>
              <a:t> </a:t>
            </a:r>
            <a:r>
              <a:rPr dirty="0" sz="3200">
                <a:latin typeface="Carlito"/>
                <a:cs typeface="Carlito"/>
              </a:rPr>
              <a:t>problems</a:t>
            </a:r>
            <a:r>
              <a:rPr dirty="0" sz="3200" spc="-35">
                <a:latin typeface="Carlito"/>
                <a:cs typeface="Carlito"/>
              </a:rPr>
              <a:t> </a:t>
            </a:r>
            <a:r>
              <a:rPr dirty="0" sz="3200">
                <a:latin typeface="Carlito"/>
                <a:cs typeface="Carlito"/>
              </a:rPr>
              <a:t>might</a:t>
            </a:r>
            <a:r>
              <a:rPr dirty="0" sz="3200" spc="-30">
                <a:latin typeface="Carlito"/>
                <a:cs typeface="Carlito"/>
              </a:rPr>
              <a:t> </a:t>
            </a:r>
            <a:r>
              <a:rPr dirty="0" sz="3200">
                <a:latin typeface="Carlito"/>
                <a:cs typeface="Carlito"/>
              </a:rPr>
              <a:t>be</a:t>
            </a:r>
            <a:r>
              <a:rPr dirty="0" sz="3200" spc="-40">
                <a:latin typeface="Carlito"/>
                <a:cs typeface="Carlito"/>
              </a:rPr>
              <a:t> </a:t>
            </a:r>
            <a:r>
              <a:rPr dirty="0" sz="3200">
                <a:latin typeface="Carlito"/>
                <a:cs typeface="Carlito"/>
              </a:rPr>
              <a:t>trivial,</a:t>
            </a:r>
            <a:r>
              <a:rPr dirty="0" sz="3200" spc="-35">
                <a:latin typeface="Carlito"/>
                <a:cs typeface="Carlito"/>
              </a:rPr>
              <a:t> </a:t>
            </a:r>
            <a:r>
              <a:rPr dirty="0" sz="3200">
                <a:latin typeface="Carlito"/>
                <a:cs typeface="Carlito"/>
              </a:rPr>
              <a:t>but</a:t>
            </a:r>
            <a:r>
              <a:rPr dirty="0" sz="3200" spc="-20">
                <a:latin typeface="Carlito"/>
                <a:cs typeface="Carlito"/>
              </a:rPr>
              <a:t> </a:t>
            </a:r>
            <a:r>
              <a:rPr dirty="0" sz="3200" spc="-10">
                <a:latin typeface="Carlito"/>
                <a:cs typeface="Carlito"/>
              </a:rPr>
              <a:t>others </a:t>
            </a:r>
            <a:r>
              <a:rPr dirty="0" sz="3200">
                <a:latin typeface="Carlito"/>
                <a:cs typeface="Carlito"/>
              </a:rPr>
              <a:t>can</a:t>
            </a:r>
            <a:r>
              <a:rPr dirty="0" sz="3200" spc="-60">
                <a:latin typeface="Carlito"/>
                <a:cs typeface="Carlito"/>
              </a:rPr>
              <a:t> </a:t>
            </a:r>
            <a:r>
              <a:rPr dirty="0" sz="3200">
                <a:latin typeface="Carlito"/>
                <a:cs typeface="Carlito"/>
              </a:rPr>
              <a:t>be</a:t>
            </a:r>
            <a:r>
              <a:rPr dirty="0" sz="3200" spc="-55">
                <a:latin typeface="Carlito"/>
                <a:cs typeface="Carlito"/>
              </a:rPr>
              <a:t> </a:t>
            </a:r>
            <a:r>
              <a:rPr dirty="0" sz="3200">
                <a:latin typeface="Carlito"/>
                <a:cs typeface="Carlito"/>
              </a:rPr>
              <a:t>costly</a:t>
            </a:r>
            <a:r>
              <a:rPr dirty="0" sz="3200" spc="-55">
                <a:latin typeface="Carlito"/>
                <a:cs typeface="Carlito"/>
              </a:rPr>
              <a:t> </a:t>
            </a:r>
            <a:r>
              <a:rPr dirty="0" sz="3200">
                <a:latin typeface="Carlito"/>
                <a:cs typeface="Carlito"/>
              </a:rPr>
              <a:t>and</a:t>
            </a:r>
            <a:r>
              <a:rPr dirty="0" sz="3200" spc="-50">
                <a:latin typeface="Carlito"/>
                <a:cs typeface="Carlito"/>
              </a:rPr>
              <a:t> </a:t>
            </a:r>
            <a:r>
              <a:rPr dirty="0" sz="3200">
                <a:latin typeface="Carlito"/>
                <a:cs typeface="Carlito"/>
              </a:rPr>
              <a:t>damaging-</a:t>
            </a:r>
            <a:r>
              <a:rPr dirty="0" sz="3200" spc="-35">
                <a:latin typeface="Carlito"/>
                <a:cs typeface="Carlito"/>
              </a:rPr>
              <a:t> </a:t>
            </a:r>
            <a:r>
              <a:rPr dirty="0" sz="3200">
                <a:latin typeface="Carlito"/>
                <a:cs typeface="Carlito"/>
              </a:rPr>
              <a:t>with</a:t>
            </a:r>
            <a:r>
              <a:rPr dirty="0" sz="3200" spc="-55">
                <a:latin typeface="Carlito"/>
                <a:cs typeface="Carlito"/>
              </a:rPr>
              <a:t> </a:t>
            </a:r>
            <a:r>
              <a:rPr dirty="0" sz="3200">
                <a:latin typeface="Carlito"/>
                <a:cs typeface="Carlito"/>
              </a:rPr>
              <a:t>loss</a:t>
            </a:r>
            <a:r>
              <a:rPr dirty="0" sz="3200" spc="-65">
                <a:latin typeface="Carlito"/>
                <a:cs typeface="Carlito"/>
              </a:rPr>
              <a:t> </a:t>
            </a:r>
            <a:r>
              <a:rPr dirty="0" sz="3200">
                <a:latin typeface="Carlito"/>
                <a:cs typeface="Carlito"/>
              </a:rPr>
              <a:t>of</a:t>
            </a:r>
            <a:r>
              <a:rPr dirty="0" sz="3200" spc="-55">
                <a:latin typeface="Carlito"/>
                <a:cs typeface="Carlito"/>
              </a:rPr>
              <a:t> </a:t>
            </a:r>
            <a:r>
              <a:rPr dirty="0" sz="3200" spc="-10">
                <a:latin typeface="Carlito"/>
                <a:cs typeface="Carlito"/>
              </a:rPr>
              <a:t>money, </a:t>
            </a:r>
            <a:r>
              <a:rPr dirty="0" sz="3200">
                <a:latin typeface="Carlito"/>
                <a:cs typeface="Carlito"/>
              </a:rPr>
              <a:t>time,</a:t>
            </a:r>
            <a:r>
              <a:rPr dirty="0" sz="3200" spc="-60">
                <a:latin typeface="Carlito"/>
                <a:cs typeface="Carlito"/>
              </a:rPr>
              <a:t> </a:t>
            </a:r>
            <a:r>
              <a:rPr dirty="0" sz="3200">
                <a:latin typeface="Carlito"/>
                <a:cs typeface="Carlito"/>
              </a:rPr>
              <a:t>or</a:t>
            </a:r>
            <a:r>
              <a:rPr dirty="0" sz="3200" spc="-55">
                <a:latin typeface="Carlito"/>
                <a:cs typeface="Carlito"/>
              </a:rPr>
              <a:t> </a:t>
            </a:r>
            <a:r>
              <a:rPr dirty="0" sz="3200">
                <a:latin typeface="Carlito"/>
                <a:cs typeface="Carlito"/>
              </a:rPr>
              <a:t>business</a:t>
            </a:r>
            <a:r>
              <a:rPr dirty="0" sz="3200" spc="-60">
                <a:latin typeface="Carlito"/>
                <a:cs typeface="Carlito"/>
              </a:rPr>
              <a:t> </a:t>
            </a:r>
            <a:r>
              <a:rPr dirty="0" sz="3200" spc="-10">
                <a:latin typeface="Carlito"/>
                <a:cs typeface="Carlito"/>
              </a:rPr>
              <a:t>reputation</a:t>
            </a:r>
            <a:r>
              <a:rPr dirty="0" sz="3200" spc="-30">
                <a:latin typeface="Carlito"/>
                <a:cs typeface="Carlito"/>
              </a:rPr>
              <a:t> </a:t>
            </a:r>
            <a:r>
              <a:rPr dirty="0" sz="3200">
                <a:latin typeface="Carlito"/>
                <a:cs typeface="Carlito"/>
              </a:rPr>
              <a:t>–</a:t>
            </a:r>
            <a:r>
              <a:rPr dirty="0" sz="3200" spc="-65">
                <a:latin typeface="Carlito"/>
                <a:cs typeface="Carlito"/>
              </a:rPr>
              <a:t> </a:t>
            </a:r>
            <a:r>
              <a:rPr dirty="0" sz="3200">
                <a:latin typeface="Carlito"/>
                <a:cs typeface="Carlito"/>
              </a:rPr>
              <a:t>and</a:t>
            </a:r>
            <a:r>
              <a:rPr dirty="0" sz="3200" spc="-45">
                <a:latin typeface="Carlito"/>
                <a:cs typeface="Carlito"/>
              </a:rPr>
              <a:t> </a:t>
            </a:r>
            <a:r>
              <a:rPr dirty="0" sz="3200">
                <a:latin typeface="Carlito"/>
                <a:cs typeface="Carlito"/>
              </a:rPr>
              <a:t>even</a:t>
            </a:r>
            <a:r>
              <a:rPr dirty="0" sz="3200" spc="-60">
                <a:latin typeface="Carlito"/>
                <a:cs typeface="Carlito"/>
              </a:rPr>
              <a:t> </a:t>
            </a:r>
            <a:r>
              <a:rPr dirty="0" sz="3200" spc="-25">
                <a:latin typeface="Carlito"/>
                <a:cs typeface="Carlito"/>
              </a:rPr>
              <a:t>may </a:t>
            </a:r>
            <a:r>
              <a:rPr dirty="0" sz="3200">
                <a:latin typeface="Carlito"/>
                <a:cs typeface="Carlito"/>
              </a:rPr>
              <a:t>result</a:t>
            </a:r>
            <a:r>
              <a:rPr dirty="0" sz="3200" spc="-45">
                <a:latin typeface="Carlito"/>
                <a:cs typeface="Carlito"/>
              </a:rPr>
              <a:t> </a:t>
            </a:r>
            <a:r>
              <a:rPr dirty="0" sz="3200">
                <a:latin typeface="Carlito"/>
                <a:cs typeface="Carlito"/>
              </a:rPr>
              <a:t>in</a:t>
            </a:r>
            <a:r>
              <a:rPr dirty="0" sz="3200" spc="-30">
                <a:latin typeface="Carlito"/>
                <a:cs typeface="Carlito"/>
              </a:rPr>
              <a:t> </a:t>
            </a:r>
            <a:r>
              <a:rPr dirty="0" sz="3200">
                <a:latin typeface="Carlito"/>
                <a:cs typeface="Carlito"/>
              </a:rPr>
              <a:t>injury</a:t>
            </a:r>
            <a:r>
              <a:rPr dirty="0" sz="3200" spc="-5">
                <a:latin typeface="Carlito"/>
                <a:cs typeface="Carlito"/>
              </a:rPr>
              <a:t> </a:t>
            </a:r>
            <a:r>
              <a:rPr dirty="0" sz="3200">
                <a:latin typeface="Carlito"/>
                <a:cs typeface="Carlito"/>
              </a:rPr>
              <a:t>or</a:t>
            </a:r>
            <a:r>
              <a:rPr dirty="0" sz="3200" spc="-30">
                <a:latin typeface="Carlito"/>
                <a:cs typeface="Carlito"/>
              </a:rPr>
              <a:t> </a:t>
            </a:r>
            <a:r>
              <a:rPr dirty="0" sz="3200" spc="-10">
                <a:latin typeface="Carlito"/>
                <a:cs typeface="Carlito"/>
              </a:rPr>
              <a:t>death</a:t>
            </a:r>
            <a:endParaRPr sz="3200">
              <a:latin typeface="Carlito"/>
              <a:cs typeface="Carlito"/>
            </a:endParaRPr>
          </a:p>
          <a:p>
            <a:pPr marL="184785" marR="137160" indent="-173990">
              <a:lnSpc>
                <a:spcPts val="3460"/>
              </a:lnSpc>
              <a:spcBef>
                <a:spcPts val="840"/>
              </a:spcBef>
              <a:buSzPct val="96875"/>
              <a:buFont typeface="Wingdings"/>
              <a:buChar char=""/>
              <a:tabLst>
                <a:tab pos="184785" algn="l"/>
                <a:tab pos="374650" algn="l"/>
              </a:tabLst>
            </a:pPr>
            <a:r>
              <a:rPr dirty="0" sz="3200">
                <a:latin typeface="Carlito"/>
                <a:cs typeface="Carlito"/>
              </a:rPr>
              <a:t>	</a:t>
            </a:r>
            <a:r>
              <a:rPr dirty="0" sz="3200">
                <a:latin typeface="Carlito"/>
                <a:cs typeface="Carlito"/>
              </a:rPr>
              <a:t>Not</a:t>
            </a:r>
            <a:r>
              <a:rPr dirty="0" sz="3200" spc="-60">
                <a:latin typeface="Carlito"/>
                <a:cs typeface="Carlito"/>
              </a:rPr>
              <a:t> </a:t>
            </a:r>
            <a:r>
              <a:rPr dirty="0" sz="3200">
                <a:latin typeface="Carlito"/>
                <a:cs typeface="Carlito"/>
              </a:rPr>
              <a:t>all</a:t>
            </a:r>
            <a:r>
              <a:rPr dirty="0" sz="3200" spc="-35">
                <a:latin typeface="Carlito"/>
                <a:cs typeface="Carlito"/>
              </a:rPr>
              <a:t> </a:t>
            </a:r>
            <a:r>
              <a:rPr dirty="0" sz="3200">
                <a:latin typeface="Carlito"/>
                <a:cs typeface="Carlito"/>
              </a:rPr>
              <a:t>software</a:t>
            </a:r>
            <a:r>
              <a:rPr dirty="0" sz="3200" spc="-55">
                <a:latin typeface="Carlito"/>
                <a:cs typeface="Carlito"/>
              </a:rPr>
              <a:t> </a:t>
            </a:r>
            <a:r>
              <a:rPr dirty="0" sz="3200" spc="-10">
                <a:latin typeface="Carlito"/>
                <a:cs typeface="Carlito"/>
              </a:rPr>
              <a:t>systems</a:t>
            </a:r>
            <a:r>
              <a:rPr dirty="0" sz="3200" spc="-45">
                <a:latin typeface="Carlito"/>
                <a:cs typeface="Carlito"/>
              </a:rPr>
              <a:t> </a:t>
            </a:r>
            <a:r>
              <a:rPr dirty="0" sz="3200">
                <a:latin typeface="Carlito"/>
                <a:cs typeface="Carlito"/>
              </a:rPr>
              <a:t>carry</a:t>
            </a:r>
            <a:r>
              <a:rPr dirty="0" sz="3200" spc="-45">
                <a:latin typeface="Carlito"/>
                <a:cs typeface="Carlito"/>
              </a:rPr>
              <a:t> </a:t>
            </a:r>
            <a:r>
              <a:rPr dirty="0" sz="3200">
                <a:latin typeface="Carlito"/>
                <a:cs typeface="Carlito"/>
              </a:rPr>
              <a:t>the</a:t>
            </a:r>
            <a:r>
              <a:rPr dirty="0" sz="3200" spc="-40">
                <a:latin typeface="Carlito"/>
                <a:cs typeface="Carlito"/>
              </a:rPr>
              <a:t> </a:t>
            </a:r>
            <a:r>
              <a:rPr dirty="0" sz="3200">
                <a:latin typeface="Carlito"/>
                <a:cs typeface="Carlito"/>
              </a:rPr>
              <a:t>same</a:t>
            </a:r>
            <a:r>
              <a:rPr dirty="0" sz="3200" spc="-45">
                <a:latin typeface="Carlito"/>
                <a:cs typeface="Carlito"/>
              </a:rPr>
              <a:t> </a:t>
            </a:r>
            <a:r>
              <a:rPr dirty="0" sz="3200">
                <a:latin typeface="Carlito"/>
                <a:cs typeface="Carlito"/>
              </a:rPr>
              <a:t>level</a:t>
            </a:r>
            <a:r>
              <a:rPr dirty="0" sz="3200" spc="-45">
                <a:latin typeface="Carlito"/>
                <a:cs typeface="Carlito"/>
              </a:rPr>
              <a:t> </a:t>
            </a:r>
            <a:r>
              <a:rPr dirty="0" sz="3200" spc="-25">
                <a:latin typeface="Carlito"/>
                <a:cs typeface="Carlito"/>
              </a:rPr>
              <a:t>of </a:t>
            </a:r>
            <a:r>
              <a:rPr dirty="0" sz="3200">
                <a:latin typeface="Carlito"/>
                <a:cs typeface="Carlito"/>
              </a:rPr>
              <a:t>risk</a:t>
            </a:r>
            <a:r>
              <a:rPr dirty="0" sz="3200" spc="-55">
                <a:latin typeface="Carlito"/>
                <a:cs typeface="Carlito"/>
              </a:rPr>
              <a:t> </a:t>
            </a:r>
            <a:r>
              <a:rPr dirty="0" sz="3200">
                <a:latin typeface="Carlito"/>
                <a:cs typeface="Carlito"/>
              </a:rPr>
              <a:t>and</a:t>
            </a:r>
            <a:r>
              <a:rPr dirty="0" sz="3200" spc="-60">
                <a:latin typeface="Carlito"/>
                <a:cs typeface="Carlito"/>
              </a:rPr>
              <a:t> </a:t>
            </a:r>
            <a:r>
              <a:rPr dirty="0" sz="3200">
                <a:latin typeface="Carlito"/>
                <a:cs typeface="Carlito"/>
              </a:rPr>
              <a:t>not</a:t>
            </a:r>
            <a:r>
              <a:rPr dirty="0" sz="3200" spc="-35">
                <a:latin typeface="Carlito"/>
                <a:cs typeface="Carlito"/>
              </a:rPr>
              <a:t> </a:t>
            </a:r>
            <a:r>
              <a:rPr dirty="0" sz="3200">
                <a:latin typeface="Carlito"/>
                <a:cs typeface="Carlito"/>
              </a:rPr>
              <a:t>all</a:t>
            </a:r>
            <a:r>
              <a:rPr dirty="0" sz="3200" spc="-55">
                <a:latin typeface="Carlito"/>
                <a:cs typeface="Carlito"/>
              </a:rPr>
              <a:t> </a:t>
            </a:r>
            <a:r>
              <a:rPr dirty="0" sz="3200">
                <a:latin typeface="Carlito"/>
                <a:cs typeface="Carlito"/>
              </a:rPr>
              <a:t>problems</a:t>
            </a:r>
            <a:r>
              <a:rPr dirty="0" sz="3200" spc="-65">
                <a:latin typeface="Carlito"/>
                <a:cs typeface="Carlito"/>
              </a:rPr>
              <a:t> </a:t>
            </a:r>
            <a:r>
              <a:rPr dirty="0" sz="3200">
                <a:latin typeface="Carlito"/>
                <a:cs typeface="Carlito"/>
              </a:rPr>
              <a:t>have</a:t>
            </a:r>
            <a:r>
              <a:rPr dirty="0" sz="3200" spc="-55">
                <a:latin typeface="Carlito"/>
                <a:cs typeface="Carlito"/>
              </a:rPr>
              <a:t> </a:t>
            </a:r>
            <a:r>
              <a:rPr dirty="0" sz="3200">
                <a:latin typeface="Carlito"/>
                <a:cs typeface="Carlito"/>
              </a:rPr>
              <a:t>the</a:t>
            </a:r>
            <a:r>
              <a:rPr dirty="0" sz="3200" spc="-55">
                <a:latin typeface="Carlito"/>
                <a:cs typeface="Carlito"/>
              </a:rPr>
              <a:t> </a:t>
            </a:r>
            <a:r>
              <a:rPr dirty="0" sz="3200">
                <a:latin typeface="Carlito"/>
                <a:cs typeface="Carlito"/>
              </a:rPr>
              <a:t>same</a:t>
            </a:r>
            <a:r>
              <a:rPr dirty="0" sz="3200" spc="-50">
                <a:latin typeface="Carlito"/>
                <a:cs typeface="Carlito"/>
              </a:rPr>
              <a:t> </a:t>
            </a:r>
            <a:r>
              <a:rPr dirty="0" sz="3200" spc="-10">
                <a:latin typeface="Carlito"/>
                <a:cs typeface="Carlito"/>
              </a:rPr>
              <a:t>impact </a:t>
            </a:r>
            <a:r>
              <a:rPr dirty="0" sz="3200">
                <a:latin typeface="Carlito"/>
                <a:cs typeface="Carlito"/>
              </a:rPr>
              <a:t>when</a:t>
            </a:r>
            <a:r>
              <a:rPr dirty="0" sz="3200" spc="-45">
                <a:latin typeface="Carlito"/>
                <a:cs typeface="Carlito"/>
              </a:rPr>
              <a:t> </a:t>
            </a:r>
            <a:r>
              <a:rPr dirty="0" sz="3200">
                <a:latin typeface="Carlito"/>
                <a:cs typeface="Carlito"/>
              </a:rPr>
              <a:t>they</a:t>
            </a:r>
            <a:r>
              <a:rPr dirty="0" sz="3200" spc="-45">
                <a:latin typeface="Carlito"/>
                <a:cs typeface="Carlito"/>
              </a:rPr>
              <a:t> </a:t>
            </a:r>
            <a:r>
              <a:rPr dirty="0" sz="3200" spc="-10">
                <a:latin typeface="Carlito"/>
                <a:cs typeface="Carlito"/>
              </a:rPr>
              <a:t>occur</a:t>
            </a:r>
            <a:endParaRPr sz="3200">
              <a:latin typeface="Carlito"/>
              <a:cs typeface="Carlito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79520" y="3966971"/>
            <a:ext cx="4838700" cy="214426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60"/>
              <a:t>Why</a:t>
            </a:r>
            <a:r>
              <a:rPr dirty="0" spc="-135"/>
              <a:t> </a:t>
            </a:r>
            <a:r>
              <a:rPr dirty="0" spc="-110"/>
              <a:t>Testing</a:t>
            </a:r>
            <a:r>
              <a:rPr dirty="0" spc="-105"/>
              <a:t> </a:t>
            </a:r>
            <a:r>
              <a:rPr dirty="0"/>
              <a:t>is</a:t>
            </a:r>
            <a:r>
              <a:rPr dirty="0" spc="-114"/>
              <a:t> </a:t>
            </a:r>
            <a:r>
              <a:rPr dirty="0" spc="-30"/>
              <a:t>necessary?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86639" y="1274445"/>
            <a:ext cx="8444230" cy="894715"/>
          </a:xfrm>
          <a:prstGeom prst="rect">
            <a:avLst/>
          </a:prstGeom>
        </p:spPr>
        <p:txBody>
          <a:bodyPr wrap="square" lIns="0" tIns="64135" rIns="0" bIns="0" rtlCol="0" vert="horz">
            <a:spAutoFit/>
          </a:bodyPr>
          <a:lstStyle/>
          <a:p>
            <a:pPr marL="184785" marR="5080" indent="-174625">
              <a:lnSpc>
                <a:spcPts val="3240"/>
              </a:lnSpc>
              <a:spcBef>
                <a:spcPts val="505"/>
              </a:spcBef>
              <a:buSzPct val="96666"/>
              <a:buFont typeface="Wingdings"/>
              <a:buChar char=""/>
              <a:tabLst>
                <a:tab pos="184785" algn="l"/>
                <a:tab pos="351155" algn="l"/>
              </a:tabLst>
            </a:pPr>
            <a:r>
              <a:rPr dirty="0" sz="3000">
                <a:latin typeface="Carlito"/>
                <a:cs typeface="Carlito"/>
              </a:rPr>
              <a:t>	</a:t>
            </a:r>
            <a:r>
              <a:rPr dirty="0" sz="3000">
                <a:latin typeface="Carlito"/>
                <a:cs typeface="Carlito"/>
              </a:rPr>
              <a:t>Cost</a:t>
            </a:r>
            <a:r>
              <a:rPr dirty="0" sz="3000" spc="-55">
                <a:latin typeface="Carlito"/>
                <a:cs typeface="Carlito"/>
              </a:rPr>
              <a:t> </a:t>
            </a:r>
            <a:r>
              <a:rPr dirty="0" sz="3000">
                <a:latin typeface="Carlito"/>
                <a:cs typeface="Carlito"/>
              </a:rPr>
              <a:t>of</a:t>
            </a:r>
            <a:r>
              <a:rPr dirty="0" sz="3000" spc="-35">
                <a:latin typeface="Carlito"/>
                <a:cs typeface="Carlito"/>
              </a:rPr>
              <a:t> </a:t>
            </a:r>
            <a:r>
              <a:rPr dirty="0" sz="3000">
                <a:latin typeface="Carlito"/>
                <a:cs typeface="Carlito"/>
              </a:rPr>
              <a:t>defects:</a:t>
            </a:r>
            <a:r>
              <a:rPr dirty="0" sz="3000" spc="-70">
                <a:latin typeface="Carlito"/>
                <a:cs typeface="Carlito"/>
              </a:rPr>
              <a:t> </a:t>
            </a:r>
            <a:r>
              <a:rPr dirty="0" sz="3000">
                <a:latin typeface="Carlito"/>
                <a:cs typeface="Carlito"/>
              </a:rPr>
              <a:t>the</a:t>
            </a:r>
            <a:r>
              <a:rPr dirty="0" sz="3000" spc="-45">
                <a:latin typeface="Carlito"/>
                <a:cs typeface="Carlito"/>
              </a:rPr>
              <a:t> </a:t>
            </a:r>
            <a:r>
              <a:rPr dirty="0" sz="3000">
                <a:latin typeface="Carlito"/>
                <a:cs typeface="Carlito"/>
              </a:rPr>
              <a:t>cost</a:t>
            </a:r>
            <a:r>
              <a:rPr dirty="0" sz="3000" spc="-55">
                <a:latin typeface="Carlito"/>
                <a:cs typeface="Carlito"/>
              </a:rPr>
              <a:t> </a:t>
            </a:r>
            <a:r>
              <a:rPr dirty="0" sz="3000">
                <a:latin typeface="Carlito"/>
                <a:cs typeface="Carlito"/>
              </a:rPr>
              <a:t>to</a:t>
            </a:r>
            <a:r>
              <a:rPr dirty="0" sz="3000" spc="-60">
                <a:latin typeface="Carlito"/>
                <a:cs typeface="Carlito"/>
              </a:rPr>
              <a:t> </a:t>
            </a:r>
            <a:r>
              <a:rPr dirty="0" sz="3000">
                <a:latin typeface="Carlito"/>
                <a:cs typeface="Carlito"/>
              </a:rPr>
              <a:t>finding</a:t>
            </a:r>
            <a:r>
              <a:rPr dirty="0" sz="3000" spc="-25">
                <a:latin typeface="Carlito"/>
                <a:cs typeface="Carlito"/>
              </a:rPr>
              <a:t> </a:t>
            </a:r>
            <a:r>
              <a:rPr dirty="0" sz="3000">
                <a:latin typeface="Carlito"/>
                <a:cs typeface="Carlito"/>
              </a:rPr>
              <a:t>and</a:t>
            </a:r>
            <a:r>
              <a:rPr dirty="0" sz="3000" spc="-55">
                <a:latin typeface="Carlito"/>
                <a:cs typeface="Carlito"/>
              </a:rPr>
              <a:t> </a:t>
            </a:r>
            <a:r>
              <a:rPr dirty="0" sz="3000">
                <a:latin typeface="Carlito"/>
                <a:cs typeface="Carlito"/>
              </a:rPr>
              <a:t>fixing</a:t>
            </a:r>
            <a:r>
              <a:rPr dirty="0" sz="3000" spc="-45">
                <a:latin typeface="Carlito"/>
                <a:cs typeface="Carlito"/>
              </a:rPr>
              <a:t> </a:t>
            </a:r>
            <a:r>
              <a:rPr dirty="0" sz="3000" spc="-10">
                <a:latin typeface="Carlito"/>
                <a:cs typeface="Carlito"/>
              </a:rPr>
              <a:t>defects </a:t>
            </a:r>
            <a:r>
              <a:rPr dirty="0" sz="3000">
                <a:latin typeface="Carlito"/>
                <a:cs typeface="Carlito"/>
              </a:rPr>
              <a:t>rises</a:t>
            </a:r>
            <a:r>
              <a:rPr dirty="0" sz="3000" spc="-75">
                <a:latin typeface="Carlito"/>
                <a:cs typeface="Carlito"/>
              </a:rPr>
              <a:t> </a:t>
            </a:r>
            <a:r>
              <a:rPr dirty="0" sz="3000" spc="-10">
                <a:latin typeface="Carlito"/>
                <a:cs typeface="Carlito"/>
              </a:rPr>
              <a:t>considerably</a:t>
            </a:r>
            <a:r>
              <a:rPr dirty="0" sz="3000" spc="-70">
                <a:latin typeface="Carlito"/>
                <a:cs typeface="Carlito"/>
              </a:rPr>
              <a:t> </a:t>
            </a:r>
            <a:r>
              <a:rPr dirty="0" sz="3000">
                <a:latin typeface="Carlito"/>
                <a:cs typeface="Carlito"/>
              </a:rPr>
              <a:t>across</a:t>
            </a:r>
            <a:r>
              <a:rPr dirty="0" sz="3000" spc="-60">
                <a:latin typeface="Carlito"/>
                <a:cs typeface="Carlito"/>
              </a:rPr>
              <a:t> </a:t>
            </a:r>
            <a:r>
              <a:rPr dirty="0" sz="3000">
                <a:latin typeface="Carlito"/>
                <a:cs typeface="Carlito"/>
              </a:rPr>
              <a:t>the</a:t>
            </a:r>
            <a:r>
              <a:rPr dirty="0" sz="3000" spc="-85">
                <a:latin typeface="Carlito"/>
                <a:cs typeface="Carlito"/>
              </a:rPr>
              <a:t> </a:t>
            </a:r>
            <a:r>
              <a:rPr dirty="0" sz="3000">
                <a:latin typeface="Carlito"/>
                <a:cs typeface="Carlito"/>
              </a:rPr>
              <a:t>life</a:t>
            </a:r>
            <a:r>
              <a:rPr dirty="0" sz="3000" spc="-65">
                <a:latin typeface="Carlito"/>
                <a:cs typeface="Carlito"/>
              </a:rPr>
              <a:t> </a:t>
            </a:r>
            <a:r>
              <a:rPr dirty="0" sz="3000" spc="-10">
                <a:latin typeface="Carlito"/>
                <a:cs typeface="Carlito"/>
              </a:rPr>
              <a:t>cycle</a:t>
            </a:r>
            <a:endParaRPr sz="3000">
              <a:latin typeface="Carlito"/>
              <a:cs typeface="Carlito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5567" y="2225039"/>
            <a:ext cx="6120383" cy="354177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60"/>
              <a:t>Why</a:t>
            </a:r>
            <a:r>
              <a:rPr dirty="0" spc="-135"/>
              <a:t> </a:t>
            </a:r>
            <a:r>
              <a:rPr dirty="0" spc="-110"/>
              <a:t>Testing</a:t>
            </a:r>
            <a:r>
              <a:rPr dirty="0" spc="-105"/>
              <a:t> </a:t>
            </a:r>
            <a:r>
              <a:rPr dirty="0"/>
              <a:t>is</a:t>
            </a:r>
            <a:r>
              <a:rPr dirty="0" spc="-114"/>
              <a:t> </a:t>
            </a:r>
            <a:r>
              <a:rPr dirty="0" spc="-30"/>
              <a:t>necessary?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58267" y="1269872"/>
            <a:ext cx="8604250" cy="1931670"/>
          </a:xfrm>
          <a:prstGeom prst="rect">
            <a:avLst/>
          </a:prstGeom>
        </p:spPr>
        <p:txBody>
          <a:bodyPr wrap="square" lIns="0" tIns="61594" rIns="0" bIns="0" rtlCol="0" vert="horz">
            <a:spAutoFit/>
          </a:bodyPr>
          <a:lstStyle/>
          <a:p>
            <a:pPr algn="just" marL="184785" marR="5080" indent="-173990">
              <a:lnSpc>
                <a:spcPct val="90000"/>
              </a:lnSpc>
              <a:spcBef>
                <a:spcPts val="484"/>
              </a:spcBef>
              <a:buSzPct val="96875"/>
              <a:buFont typeface="Wingdings"/>
              <a:buChar char=""/>
              <a:tabLst>
                <a:tab pos="184785" algn="l"/>
                <a:tab pos="374650" algn="l"/>
              </a:tabLst>
            </a:pPr>
            <a:r>
              <a:rPr dirty="0" sz="3200">
                <a:latin typeface="Carlito"/>
                <a:cs typeface="Carlito"/>
              </a:rPr>
              <a:t>	</a:t>
            </a:r>
            <a:r>
              <a:rPr dirty="0" sz="3200">
                <a:latin typeface="Carlito"/>
                <a:cs typeface="Carlito"/>
              </a:rPr>
              <a:t>Software</a:t>
            </a:r>
            <a:r>
              <a:rPr dirty="0" sz="3200" spc="-80">
                <a:latin typeface="Carlito"/>
                <a:cs typeface="Carlito"/>
              </a:rPr>
              <a:t> </a:t>
            </a:r>
            <a:r>
              <a:rPr dirty="0" sz="3200">
                <a:latin typeface="Carlito"/>
                <a:cs typeface="Carlito"/>
              </a:rPr>
              <a:t>testing</a:t>
            </a:r>
            <a:r>
              <a:rPr dirty="0" sz="3200" spc="-50">
                <a:latin typeface="Carlito"/>
                <a:cs typeface="Carlito"/>
              </a:rPr>
              <a:t> </a:t>
            </a:r>
            <a:r>
              <a:rPr dirty="0" sz="3200">
                <a:latin typeface="Carlito"/>
                <a:cs typeface="Carlito"/>
              </a:rPr>
              <a:t>looks</a:t>
            </a:r>
            <a:r>
              <a:rPr dirty="0" sz="3200" spc="-65">
                <a:latin typeface="Carlito"/>
                <a:cs typeface="Carlito"/>
              </a:rPr>
              <a:t> </a:t>
            </a:r>
            <a:r>
              <a:rPr dirty="0" sz="3200">
                <a:latin typeface="Carlito"/>
                <a:cs typeface="Carlito"/>
              </a:rPr>
              <a:t>to</a:t>
            </a:r>
            <a:r>
              <a:rPr dirty="0" sz="3200" spc="-60">
                <a:latin typeface="Carlito"/>
                <a:cs typeface="Carlito"/>
              </a:rPr>
              <a:t> </a:t>
            </a:r>
            <a:r>
              <a:rPr dirty="0" sz="3200">
                <a:latin typeface="Carlito"/>
                <a:cs typeface="Carlito"/>
              </a:rPr>
              <a:t>find</a:t>
            </a:r>
            <a:r>
              <a:rPr dirty="0" sz="3200" spc="-55">
                <a:latin typeface="Carlito"/>
                <a:cs typeface="Carlito"/>
              </a:rPr>
              <a:t> </a:t>
            </a:r>
            <a:r>
              <a:rPr dirty="0" sz="3200">
                <a:latin typeface="Carlito"/>
                <a:cs typeface="Carlito"/>
              </a:rPr>
              <a:t>the</a:t>
            </a:r>
            <a:r>
              <a:rPr dirty="0" sz="3200" spc="-65">
                <a:latin typeface="Carlito"/>
                <a:cs typeface="Carlito"/>
              </a:rPr>
              <a:t> </a:t>
            </a:r>
            <a:r>
              <a:rPr dirty="0" sz="3200">
                <a:latin typeface="Carlito"/>
                <a:cs typeface="Carlito"/>
              </a:rPr>
              <a:t>most</a:t>
            </a:r>
            <a:r>
              <a:rPr dirty="0" sz="3200" spc="-55">
                <a:latin typeface="Carlito"/>
                <a:cs typeface="Carlito"/>
              </a:rPr>
              <a:t> </a:t>
            </a:r>
            <a:r>
              <a:rPr dirty="0" sz="3200" spc="-10">
                <a:latin typeface="Carlito"/>
                <a:cs typeface="Carlito"/>
              </a:rPr>
              <a:t>important </a:t>
            </a:r>
            <a:r>
              <a:rPr dirty="0" sz="3200">
                <a:latin typeface="Carlito"/>
                <a:cs typeface="Carlito"/>
              </a:rPr>
              <a:t>defects</a:t>
            </a:r>
            <a:r>
              <a:rPr dirty="0" sz="3200" spc="-60">
                <a:latin typeface="Carlito"/>
                <a:cs typeface="Carlito"/>
              </a:rPr>
              <a:t> </a:t>
            </a:r>
            <a:r>
              <a:rPr dirty="0" sz="3200">
                <a:latin typeface="Carlito"/>
                <a:cs typeface="Carlito"/>
              </a:rPr>
              <a:t>as</a:t>
            </a:r>
            <a:r>
              <a:rPr dirty="0" sz="3200" spc="-45">
                <a:latin typeface="Carlito"/>
                <a:cs typeface="Carlito"/>
              </a:rPr>
              <a:t> </a:t>
            </a:r>
            <a:r>
              <a:rPr dirty="0" sz="3200">
                <a:latin typeface="Carlito"/>
                <a:cs typeface="Carlito"/>
              </a:rPr>
              <a:t>early</a:t>
            </a:r>
            <a:r>
              <a:rPr dirty="0" sz="3200" spc="-40">
                <a:latin typeface="Carlito"/>
                <a:cs typeface="Carlito"/>
              </a:rPr>
              <a:t> </a:t>
            </a:r>
            <a:r>
              <a:rPr dirty="0" sz="3200">
                <a:latin typeface="Carlito"/>
                <a:cs typeface="Carlito"/>
              </a:rPr>
              <a:t>as</a:t>
            </a:r>
            <a:r>
              <a:rPr dirty="0" sz="3200" spc="-60">
                <a:latin typeface="Carlito"/>
                <a:cs typeface="Carlito"/>
              </a:rPr>
              <a:t> </a:t>
            </a:r>
            <a:r>
              <a:rPr dirty="0" sz="3200">
                <a:latin typeface="Carlito"/>
                <a:cs typeface="Carlito"/>
              </a:rPr>
              <a:t>possible</a:t>
            </a:r>
            <a:r>
              <a:rPr dirty="0" sz="3200" spc="-40">
                <a:latin typeface="Carlito"/>
                <a:cs typeface="Carlito"/>
              </a:rPr>
              <a:t> </a:t>
            </a:r>
            <a:r>
              <a:rPr dirty="0" sz="3200">
                <a:latin typeface="Carlito"/>
                <a:cs typeface="Carlito"/>
              </a:rPr>
              <a:t>–</a:t>
            </a:r>
            <a:r>
              <a:rPr dirty="0" sz="3200" spc="-40">
                <a:latin typeface="Carlito"/>
                <a:cs typeface="Carlito"/>
              </a:rPr>
              <a:t> </a:t>
            </a:r>
            <a:r>
              <a:rPr dirty="0" sz="3200">
                <a:latin typeface="Carlito"/>
                <a:cs typeface="Carlito"/>
              </a:rPr>
              <a:t>increasing</a:t>
            </a:r>
            <a:r>
              <a:rPr dirty="0" sz="3200" spc="-35">
                <a:latin typeface="Carlito"/>
                <a:cs typeface="Carlito"/>
              </a:rPr>
              <a:t> </a:t>
            </a:r>
            <a:r>
              <a:rPr dirty="0" sz="3200" spc="-10">
                <a:latin typeface="Carlito"/>
                <a:cs typeface="Carlito"/>
              </a:rPr>
              <a:t>confidence </a:t>
            </a:r>
            <a:r>
              <a:rPr dirty="0" sz="3200">
                <a:latin typeface="Carlito"/>
                <a:cs typeface="Carlito"/>
              </a:rPr>
              <a:t>that</a:t>
            </a:r>
            <a:r>
              <a:rPr dirty="0" sz="3200" spc="-40">
                <a:latin typeface="Carlito"/>
                <a:cs typeface="Carlito"/>
              </a:rPr>
              <a:t> </a:t>
            </a:r>
            <a:r>
              <a:rPr dirty="0" sz="3200">
                <a:latin typeface="Carlito"/>
                <a:cs typeface="Carlito"/>
              </a:rPr>
              <a:t>the</a:t>
            </a:r>
            <a:r>
              <a:rPr dirty="0" sz="3200" spc="-50">
                <a:latin typeface="Carlito"/>
                <a:cs typeface="Carlito"/>
              </a:rPr>
              <a:t> </a:t>
            </a:r>
            <a:r>
              <a:rPr dirty="0" sz="3200">
                <a:latin typeface="Carlito"/>
                <a:cs typeface="Carlito"/>
              </a:rPr>
              <a:t>software</a:t>
            </a:r>
            <a:r>
              <a:rPr dirty="0" sz="3200" spc="-60">
                <a:latin typeface="Carlito"/>
                <a:cs typeface="Carlito"/>
              </a:rPr>
              <a:t> </a:t>
            </a:r>
            <a:r>
              <a:rPr dirty="0" sz="3200">
                <a:latin typeface="Carlito"/>
                <a:cs typeface="Carlito"/>
              </a:rPr>
              <a:t>meets</a:t>
            </a:r>
            <a:r>
              <a:rPr dirty="0" sz="3200" spc="-55">
                <a:latin typeface="Carlito"/>
                <a:cs typeface="Carlito"/>
              </a:rPr>
              <a:t> </a:t>
            </a:r>
            <a:r>
              <a:rPr dirty="0" sz="3200" spc="-10">
                <a:latin typeface="Carlito"/>
                <a:cs typeface="Carlito"/>
              </a:rPr>
              <a:t>specification</a:t>
            </a:r>
            <a:endParaRPr sz="3200">
              <a:latin typeface="Carlito"/>
              <a:cs typeface="Carlito"/>
            </a:endParaRPr>
          </a:p>
          <a:p>
            <a:pPr algn="just" marL="375285" indent="-363855">
              <a:lnSpc>
                <a:spcPct val="100000"/>
              </a:lnSpc>
              <a:spcBef>
                <a:spcPts val="409"/>
              </a:spcBef>
              <a:buSzPct val="96875"/>
              <a:buFont typeface="Wingdings"/>
              <a:buChar char=""/>
              <a:tabLst>
                <a:tab pos="375285" algn="l"/>
              </a:tabLst>
            </a:pPr>
            <a:r>
              <a:rPr dirty="0" sz="3200">
                <a:latin typeface="Carlito"/>
                <a:cs typeface="Carlito"/>
              </a:rPr>
              <a:t>Help</a:t>
            </a:r>
            <a:r>
              <a:rPr dirty="0" sz="3200" spc="-45">
                <a:latin typeface="Carlito"/>
                <a:cs typeface="Carlito"/>
              </a:rPr>
              <a:t> </a:t>
            </a:r>
            <a:r>
              <a:rPr dirty="0" sz="3000">
                <a:latin typeface="Carlito"/>
                <a:cs typeface="Carlito"/>
              </a:rPr>
              <a:t>to</a:t>
            </a:r>
            <a:r>
              <a:rPr dirty="0" sz="3000" spc="-40">
                <a:latin typeface="Carlito"/>
                <a:cs typeface="Carlito"/>
              </a:rPr>
              <a:t> </a:t>
            </a:r>
            <a:r>
              <a:rPr dirty="0" sz="3000">
                <a:latin typeface="Carlito"/>
                <a:cs typeface="Carlito"/>
              </a:rPr>
              <a:t>measure</a:t>
            </a:r>
            <a:r>
              <a:rPr dirty="0" sz="3000" spc="-50">
                <a:latin typeface="Carlito"/>
                <a:cs typeface="Carlito"/>
              </a:rPr>
              <a:t> </a:t>
            </a:r>
            <a:r>
              <a:rPr dirty="0" sz="3000">
                <a:latin typeface="Carlito"/>
                <a:cs typeface="Carlito"/>
              </a:rPr>
              <a:t>the</a:t>
            </a:r>
            <a:r>
              <a:rPr dirty="0" sz="3000" spc="-40">
                <a:latin typeface="Carlito"/>
                <a:cs typeface="Carlito"/>
              </a:rPr>
              <a:t> </a:t>
            </a:r>
            <a:r>
              <a:rPr dirty="0" sz="3000">
                <a:latin typeface="Carlito"/>
                <a:cs typeface="Carlito"/>
              </a:rPr>
              <a:t>quality</a:t>
            </a:r>
            <a:r>
              <a:rPr dirty="0" sz="3000" spc="-35">
                <a:latin typeface="Carlito"/>
                <a:cs typeface="Carlito"/>
              </a:rPr>
              <a:t> </a:t>
            </a:r>
            <a:r>
              <a:rPr dirty="0" sz="3000">
                <a:latin typeface="Carlito"/>
                <a:cs typeface="Carlito"/>
              </a:rPr>
              <a:t>of</a:t>
            </a:r>
            <a:r>
              <a:rPr dirty="0" sz="3000" spc="-45">
                <a:latin typeface="Carlito"/>
                <a:cs typeface="Carlito"/>
              </a:rPr>
              <a:t> </a:t>
            </a:r>
            <a:r>
              <a:rPr dirty="0" sz="3000" spc="-10">
                <a:latin typeface="Carlito"/>
                <a:cs typeface="Carlito"/>
              </a:rPr>
              <a:t>software</a:t>
            </a:r>
            <a:endParaRPr sz="30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70"/>
              <a:t>Software</a:t>
            </a:r>
            <a:r>
              <a:rPr dirty="0" spc="-125"/>
              <a:t> </a:t>
            </a:r>
            <a:r>
              <a:rPr dirty="0" spc="-105"/>
              <a:t>Testing</a:t>
            </a:r>
            <a:r>
              <a:rPr dirty="0" spc="-110"/>
              <a:t> </a:t>
            </a:r>
            <a:r>
              <a:rPr dirty="0" spc="-35"/>
              <a:t>Objectives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402742" y="1310487"/>
            <a:ext cx="8330565" cy="5296535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marL="375285" indent="-363855">
              <a:lnSpc>
                <a:spcPct val="100000"/>
              </a:lnSpc>
              <a:spcBef>
                <a:spcPts val="315"/>
              </a:spcBef>
              <a:buSzPct val="96875"/>
              <a:buFont typeface="Wingdings"/>
              <a:buChar char=""/>
              <a:tabLst>
                <a:tab pos="375285" algn="l"/>
              </a:tabLst>
            </a:pPr>
            <a:r>
              <a:rPr dirty="0" sz="3200" spc="-35">
                <a:latin typeface="Times New Roman"/>
                <a:cs typeface="Times New Roman"/>
              </a:rPr>
              <a:t>To </a:t>
            </a:r>
            <a:r>
              <a:rPr dirty="0" sz="3200">
                <a:latin typeface="Times New Roman"/>
                <a:cs typeface="Times New Roman"/>
              </a:rPr>
              <a:t>identify</a:t>
            </a:r>
            <a:r>
              <a:rPr dirty="0" sz="3200" spc="-6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and</a:t>
            </a:r>
            <a:r>
              <a:rPr dirty="0" sz="3200" spc="-4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reveal</a:t>
            </a:r>
            <a:r>
              <a:rPr dirty="0" sz="3200" spc="-5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as</a:t>
            </a:r>
            <a:r>
              <a:rPr dirty="0" sz="3200" spc="-3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many</a:t>
            </a:r>
            <a:r>
              <a:rPr dirty="0" sz="3200" spc="-5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errors</a:t>
            </a:r>
            <a:r>
              <a:rPr dirty="0" sz="3200" spc="-6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as</a:t>
            </a:r>
            <a:r>
              <a:rPr dirty="0" sz="3200" spc="-25">
                <a:latin typeface="Times New Roman"/>
                <a:cs typeface="Times New Roman"/>
              </a:rPr>
              <a:t> </a:t>
            </a:r>
            <a:r>
              <a:rPr dirty="0" sz="3200" spc="-10">
                <a:latin typeface="Times New Roman"/>
                <a:cs typeface="Times New Roman"/>
              </a:rPr>
              <a:t>possible</a:t>
            </a:r>
            <a:endParaRPr sz="3200">
              <a:latin typeface="Times New Roman"/>
              <a:cs typeface="Times New Roman"/>
            </a:endParaRPr>
          </a:p>
          <a:p>
            <a:pPr marL="375285" indent="-363855">
              <a:lnSpc>
                <a:spcPct val="100000"/>
              </a:lnSpc>
              <a:spcBef>
                <a:spcPts val="215"/>
              </a:spcBef>
              <a:buSzPct val="96875"/>
              <a:buFont typeface="Wingdings"/>
              <a:buChar char=""/>
              <a:tabLst>
                <a:tab pos="375285" algn="l"/>
              </a:tabLst>
            </a:pPr>
            <a:r>
              <a:rPr dirty="0" sz="3200" spc="-35">
                <a:latin typeface="Times New Roman"/>
                <a:cs typeface="Times New Roman"/>
              </a:rPr>
              <a:t>To</a:t>
            </a:r>
            <a:r>
              <a:rPr dirty="0" sz="3200" spc="-4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gain</a:t>
            </a:r>
            <a:r>
              <a:rPr dirty="0" sz="3200" spc="-6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confidence</a:t>
            </a:r>
            <a:r>
              <a:rPr dirty="0" sz="3200" spc="-8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about</a:t>
            </a:r>
            <a:r>
              <a:rPr dirty="0" sz="3200" spc="-7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the</a:t>
            </a:r>
            <a:r>
              <a:rPr dirty="0" sz="3200" spc="-15">
                <a:latin typeface="Times New Roman"/>
                <a:cs typeface="Times New Roman"/>
              </a:rPr>
              <a:t> </a:t>
            </a:r>
            <a:r>
              <a:rPr dirty="0" sz="3200" i="1">
                <a:latin typeface="Times New Roman"/>
                <a:cs typeface="Times New Roman"/>
              </a:rPr>
              <a:t>level</a:t>
            </a:r>
            <a:r>
              <a:rPr dirty="0" sz="3200" spc="-70" i="1">
                <a:latin typeface="Times New Roman"/>
                <a:cs typeface="Times New Roman"/>
              </a:rPr>
              <a:t> </a:t>
            </a:r>
            <a:r>
              <a:rPr dirty="0" sz="3200" i="1">
                <a:latin typeface="Times New Roman"/>
                <a:cs typeface="Times New Roman"/>
              </a:rPr>
              <a:t>of</a:t>
            </a:r>
            <a:r>
              <a:rPr dirty="0" sz="3200" spc="-45" i="1">
                <a:latin typeface="Times New Roman"/>
                <a:cs typeface="Times New Roman"/>
              </a:rPr>
              <a:t> </a:t>
            </a:r>
            <a:r>
              <a:rPr dirty="0" sz="3200" spc="-10" i="1">
                <a:latin typeface="Times New Roman"/>
                <a:cs typeface="Times New Roman"/>
              </a:rPr>
              <a:t>quality</a:t>
            </a:r>
            <a:endParaRPr sz="3200">
              <a:latin typeface="Times New Roman"/>
              <a:cs typeface="Times New Roman"/>
            </a:endParaRPr>
          </a:p>
          <a:p>
            <a:pPr marL="374650" indent="-363855">
              <a:lnSpc>
                <a:spcPct val="100000"/>
              </a:lnSpc>
              <a:spcBef>
                <a:spcPts val="229"/>
              </a:spcBef>
              <a:buSzPct val="96875"/>
              <a:buFont typeface="Wingdings"/>
              <a:buChar char=""/>
              <a:tabLst>
                <a:tab pos="374650" algn="l"/>
              </a:tabLst>
            </a:pPr>
            <a:r>
              <a:rPr dirty="0" sz="3200" spc="-35">
                <a:latin typeface="Times New Roman"/>
                <a:cs typeface="Times New Roman"/>
              </a:rPr>
              <a:t>To</a:t>
            </a:r>
            <a:r>
              <a:rPr dirty="0" sz="3200" spc="-8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prevent</a:t>
            </a:r>
            <a:r>
              <a:rPr dirty="0" sz="3200" spc="-110">
                <a:latin typeface="Times New Roman"/>
                <a:cs typeface="Times New Roman"/>
              </a:rPr>
              <a:t> </a:t>
            </a:r>
            <a:r>
              <a:rPr dirty="0" sz="3200" spc="-10">
                <a:latin typeface="Times New Roman"/>
                <a:cs typeface="Times New Roman"/>
              </a:rPr>
              <a:t>defects</a:t>
            </a:r>
            <a:endParaRPr sz="3200">
              <a:latin typeface="Times New Roman"/>
              <a:cs typeface="Times New Roman"/>
            </a:endParaRPr>
          </a:p>
          <a:p>
            <a:pPr marL="184785" marR="770255" indent="-173990">
              <a:lnSpc>
                <a:spcPts val="3260"/>
              </a:lnSpc>
              <a:spcBef>
                <a:spcPts val="819"/>
              </a:spcBef>
              <a:buSzPct val="96875"/>
              <a:buFont typeface="Wingdings"/>
              <a:buChar char=""/>
              <a:tabLst>
                <a:tab pos="184785" algn="l"/>
                <a:tab pos="374650" algn="l"/>
              </a:tabLst>
            </a:pPr>
            <a:r>
              <a:rPr dirty="0" sz="3200" spc="-35">
                <a:latin typeface="Times New Roman"/>
                <a:cs typeface="Times New Roman"/>
              </a:rPr>
              <a:t>	</a:t>
            </a:r>
            <a:r>
              <a:rPr dirty="0" sz="3200" spc="-35">
                <a:latin typeface="Times New Roman"/>
                <a:cs typeface="Times New Roman"/>
              </a:rPr>
              <a:t>To</a:t>
            </a:r>
            <a:r>
              <a:rPr dirty="0" sz="3200" spc="-4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provide</a:t>
            </a:r>
            <a:r>
              <a:rPr dirty="0" sz="3200" spc="-7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information</a:t>
            </a:r>
            <a:r>
              <a:rPr dirty="0" sz="3200" spc="-8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for</a:t>
            </a:r>
            <a:r>
              <a:rPr dirty="0" sz="3200" spc="-5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decision-</a:t>
            </a:r>
            <a:r>
              <a:rPr dirty="0" sz="3200" spc="-10">
                <a:latin typeface="Times New Roman"/>
                <a:cs typeface="Times New Roman"/>
              </a:rPr>
              <a:t>making (stakeholders)</a:t>
            </a:r>
            <a:endParaRPr sz="3200">
              <a:latin typeface="Times New Roman"/>
              <a:cs typeface="Times New Roman"/>
            </a:endParaRPr>
          </a:p>
          <a:p>
            <a:pPr marL="184785" marR="955040" indent="-174625">
              <a:lnSpc>
                <a:spcPts val="3270"/>
              </a:lnSpc>
              <a:spcBef>
                <a:spcPts val="790"/>
              </a:spcBef>
              <a:buSzPct val="96875"/>
              <a:buFont typeface="Wingdings"/>
              <a:buChar char=""/>
              <a:tabLst>
                <a:tab pos="184785" algn="l"/>
                <a:tab pos="374015" algn="l"/>
              </a:tabLst>
            </a:pPr>
            <a:r>
              <a:rPr dirty="0" sz="3200" spc="-35">
                <a:latin typeface="Times New Roman"/>
                <a:cs typeface="Times New Roman"/>
              </a:rPr>
              <a:t>	</a:t>
            </a:r>
            <a:r>
              <a:rPr dirty="0" sz="3200" spc="-35">
                <a:latin typeface="Times New Roman"/>
                <a:cs typeface="Times New Roman"/>
              </a:rPr>
              <a:t>To</a:t>
            </a:r>
            <a:r>
              <a:rPr dirty="0" sz="3200" spc="-2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reduce</a:t>
            </a:r>
            <a:r>
              <a:rPr dirty="0" sz="3200" spc="-5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the</a:t>
            </a:r>
            <a:r>
              <a:rPr dirty="0" sz="3200" spc="-2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level</a:t>
            </a:r>
            <a:r>
              <a:rPr dirty="0" sz="3200" spc="-4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of</a:t>
            </a:r>
            <a:r>
              <a:rPr dirty="0" sz="3200" spc="-2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risk</a:t>
            </a:r>
            <a:r>
              <a:rPr dirty="0" sz="3200" spc="-4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of</a:t>
            </a:r>
            <a:r>
              <a:rPr dirty="0" sz="3200" spc="-2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inadequate</a:t>
            </a:r>
            <a:r>
              <a:rPr dirty="0" sz="3200" spc="-55">
                <a:latin typeface="Times New Roman"/>
                <a:cs typeface="Times New Roman"/>
              </a:rPr>
              <a:t> </a:t>
            </a:r>
            <a:r>
              <a:rPr dirty="0" sz="3200" spc="-25">
                <a:latin typeface="Times New Roman"/>
                <a:cs typeface="Times New Roman"/>
              </a:rPr>
              <a:t>of </a:t>
            </a:r>
            <a:r>
              <a:rPr dirty="0" sz="3200">
                <a:latin typeface="Times New Roman"/>
                <a:cs typeface="Times New Roman"/>
              </a:rPr>
              <a:t>software</a:t>
            </a:r>
            <a:r>
              <a:rPr dirty="0" sz="3200" spc="-20">
                <a:latin typeface="Times New Roman"/>
                <a:cs typeface="Times New Roman"/>
              </a:rPr>
              <a:t> </a:t>
            </a:r>
            <a:r>
              <a:rPr dirty="0" sz="3200" spc="-10">
                <a:latin typeface="Times New Roman"/>
                <a:cs typeface="Times New Roman"/>
              </a:rPr>
              <a:t>quality</a:t>
            </a:r>
            <a:endParaRPr sz="3200">
              <a:latin typeface="Times New Roman"/>
              <a:cs typeface="Times New Roman"/>
            </a:endParaRPr>
          </a:p>
          <a:p>
            <a:pPr marL="184785" marR="35560" indent="-173990">
              <a:lnSpc>
                <a:spcPts val="3260"/>
              </a:lnSpc>
              <a:spcBef>
                <a:spcPts val="805"/>
              </a:spcBef>
              <a:buSzPct val="96875"/>
              <a:buFont typeface="Wingdings"/>
              <a:buChar char=""/>
              <a:tabLst>
                <a:tab pos="184785" algn="l"/>
                <a:tab pos="374650" algn="l"/>
              </a:tabLst>
            </a:pPr>
            <a:r>
              <a:rPr dirty="0" sz="3200" spc="-35">
                <a:latin typeface="Times New Roman"/>
                <a:cs typeface="Times New Roman"/>
              </a:rPr>
              <a:t>	</a:t>
            </a:r>
            <a:r>
              <a:rPr dirty="0" sz="3200" spc="-35">
                <a:latin typeface="Times New Roman"/>
                <a:cs typeface="Times New Roman"/>
              </a:rPr>
              <a:t>To</a:t>
            </a:r>
            <a:r>
              <a:rPr dirty="0" sz="3200" spc="-3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make</a:t>
            </a:r>
            <a:r>
              <a:rPr dirty="0" sz="3200" spc="-4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sure</a:t>
            </a:r>
            <a:r>
              <a:rPr dirty="0" sz="3200" spc="-4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that</a:t>
            </a:r>
            <a:r>
              <a:rPr dirty="0" sz="3200" spc="-3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the</a:t>
            </a:r>
            <a:r>
              <a:rPr dirty="0" sz="3200" spc="-3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system</a:t>
            </a:r>
            <a:r>
              <a:rPr dirty="0" sz="3200" spc="-4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works</a:t>
            </a:r>
            <a:r>
              <a:rPr dirty="0" sz="3200" spc="-4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as</a:t>
            </a:r>
            <a:r>
              <a:rPr dirty="0" sz="3200" spc="-25">
                <a:latin typeface="Times New Roman"/>
                <a:cs typeface="Times New Roman"/>
              </a:rPr>
              <a:t> </a:t>
            </a:r>
            <a:r>
              <a:rPr dirty="0" sz="3200" spc="-10">
                <a:latin typeface="Times New Roman"/>
                <a:cs typeface="Times New Roman"/>
              </a:rPr>
              <a:t>expected, </a:t>
            </a:r>
            <a:r>
              <a:rPr dirty="0" sz="3200">
                <a:latin typeface="Times New Roman"/>
                <a:cs typeface="Times New Roman"/>
              </a:rPr>
              <a:t>meets</a:t>
            </a:r>
            <a:r>
              <a:rPr dirty="0" sz="3200" spc="-3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the</a:t>
            </a:r>
            <a:r>
              <a:rPr dirty="0" sz="3200" spc="-2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user</a:t>
            </a:r>
            <a:r>
              <a:rPr dirty="0" sz="3200" spc="-10">
                <a:latin typeface="Times New Roman"/>
                <a:cs typeface="Times New Roman"/>
              </a:rPr>
              <a:t> requirements</a:t>
            </a:r>
            <a:endParaRPr sz="3200">
              <a:latin typeface="Times New Roman"/>
              <a:cs typeface="Times New Roman"/>
            </a:endParaRPr>
          </a:p>
          <a:p>
            <a:pPr marL="184785" marR="1442085" indent="-173990">
              <a:lnSpc>
                <a:spcPts val="3260"/>
              </a:lnSpc>
              <a:spcBef>
                <a:spcPts val="815"/>
              </a:spcBef>
              <a:buSzPct val="96875"/>
              <a:buFont typeface="Wingdings"/>
              <a:buChar char=""/>
              <a:tabLst>
                <a:tab pos="184785" algn="l"/>
                <a:tab pos="374650" algn="l"/>
              </a:tabLst>
            </a:pPr>
            <a:r>
              <a:rPr dirty="0" sz="3200" spc="-35">
                <a:latin typeface="Times New Roman"/>
                <a:cs typeface="Times New Roman"/>
              </a:rPr>
              <a:t>	</a:t>
            </a:r>
            <a:r>
              <a:rPr dirty="0" sz="3200" spc="-35">
                <a:latin typeface="Times New Roman"/>
                <a:cs typeface="Times New Roman"/>
              </a:rPr>
              <a:t>To</a:t>
            </a:r>
            <a:r>
              <a:rPr dirty="0" sz="3200" spc="-4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comply</a:t>
            </a:r>
            <a:r>
              <a:rPr dirty="0" sz="3200" spc="-6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with</a:t>
            </a:r>
            <a:r>
              <a:rPr dirty="0" sz="3200" spc="-5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the</a:t>
            </a:r>
            <a:r>
              <a:rPr dirty="0" sz="3200" spc="-4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contractual,</a:t>
            </a:r>
            <a:r>
              <a:rPr dirty="0" sz="3200" spc="-7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legal</a:t>
            </a:r>
            <a:r>
              <a:rPr dirty="0" sz="3200" spc="-60">
                <a:latin typeface="Times New Roman"/>
                <a:cs typeface="Times New Roman"/>
              </a:rPr>
              <a:t> </a:t>
            </a:r>
            <a:r>
              <a:rPr dirty="0" sz="3200" spc="-25">
                <a:latin typeface="Times New Roman"/>
                <a:cs typeface="Times New Roman"/>
              </a:rPr>
              <a:t>or </a:t>
            </a:r>
            <a:r>
              <a:rPr dirty="0" sz="3200">
                <a:latin typeface="Times New Roman"/>
                <a:cs typeface="Times New Roman"/>
              </a:rPr>
              <a:t>regulatory</a:t>
            </a:r>
            <a:r>
              <a:rPr dirty="0" sz="3200" spc="-35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requirements</a:t>
            </a:r>
            <a:r>
              <a:rPr dirty="0" sz="3200" spc="-40">
                <a:latin typeface="Times New Roman"/>
                <a:cs typeface="Times New Roman"/>
              </a:rPr>
              <a:t> </a:t>
            </a:r>
            <a:r>
              <a:rPr dirty="0" sz="3200">
                <a:latin typeface="Times New Roman"/>
                <a:cs typeface="Times New Roman"/>
              </a:rPr>
              <a:t>or</a:t>
            </a:r>
            <a:r>
              <a:rPr dirty="0" sz="3200" spc="-20">
                <a:latin typeface="Times New Roman"/>
                <a:cs typeface="Times New Roman"/>
              </a:rPr>
              <a:t> </a:t>
            </a:r>
            <a:r>
              <a:rPr dirty="0" sz="3200" spc="-10">
                <a:latin typeface="Times New Roman"/>
                <a:cs typeface="Times New Roman"/>
              </a:rPr>
              <a:t>standards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10994" y="475233"/>
            <a:ext cx="4944110" cy="60515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70"/>
              <a:t>Fundamental</a:t>
            </a:r>
            <a:r>
              <a:rPr dirty="0" spc="-140"/>
              <a:t> Test</a:t>
            </a:r>
            <a:r>
              <a:rPr dirty="0" spc="-85"/>
              <a:t> </a:t>
            </a:r>
            <a:r>
              <a:rPr dirty="0" spc="-25"/>
              <a:t>Process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07593" y="1390650"/>
            <a:ext cx="6817995" cy="953135"/>
          </a:xfrm>
          <a:prstGeom prst="rect">
            <a:avLst/>
          </a:prstGeom>
        </p:spPr>
        <p:txBody>
          <a:bodyPr wrap="square" lIns="0" tIns="67945" rIns="0" bIns="0" rtlCol="0" vert="horz">
            <a:spAutoFit/>
          </a:bodyPr>
          <a:lstStyle/>
          <a:p>
            <a:pPr marL="184785" marR="5080" indent="-173990">
              <a:lnSpc>
                <a:spcPts val="3460"/>
              </a:lnSpc>
              <a:spcBef>
                <a:spcPts val="535"/>
              </a:spcBef>
              <a:buSzPct val="96875"/>
              <a:buFont typeface="Wingdings"/>
              <a:buChar char=""/>
              <a:tabLst>
                <a:tab pos="184785" algn="l"/>
                <a:tab pos="374650" algn="l"/>
              </a:tabLst>
            </a:pPr>
            <a:r>
              <a:rPr dirty="0" sz="3200">
                <a:latin typeface="Carlito"/>
                <a:cs typeface="Carlito"/>
              </a:rPr>
              <a:t>	</a:t>
            </a:r>
            <a:r>
              <a:rPr dirty="0" sz="3200">
                <a:latin typeface="Carlito"/>
                <a:cs typeface="Carlito"/>
              </a:rPr>
              <a:t>The</a:t>
            </a:r>
            <a:r>
              <a:rPr dirty="0" sz="3200" spc="-80">
                <a:latin typeface="Carlito"/>
                <a:cs typeface="Carlito"/>
              </a:rPr>
              <a:t> </a:t>
            </a:r>
            <a:r>
              <a:rPr dirty="0" sz="3200">
                <a:latin typeface="Carlito"/>
                <a:cs typeface="Carlito"/>
              </a:rPr>
              <a:t>five</a:t>
            </a:r>
            <a:r>
              <a:rPr dirty="0" sz="3200" spc="-75">
                <a:latin typeface="Carlito"/>
                <a:cs typeface="Carlito"/>
              </a:rPr>
              <a:t> </a:t>
            </a:r>
            <a:r>
              <a:rPr dirty="0" sz="3200">
                <a:latin typeface="Carlito"/>
                <a:cs typeface="Carlito"/>
              </a:rPr>
              <a:t>stages</a:t>
            </a:r>
            <a:r>
              <a:rPr dirty="0" sz="3200" spc="-75">
                <a:latin typeface="Carlito"/>
                <a:cs typeface="Carlito"/>
              </a:rPr>
              <a:t> </a:t>
            </a:r>
            <a:r>
              <a:rPr dirty="0" sz="3200">
                <a:latin typeface="Carlito"/>
                <a:cs typeface="Carlito"/>
              </a:rPr>
              <a:t>of</a:t>
            </a:r>
            <a:r>
              <a:rPr dirty="0" sz="3200" spc="-75">
                <a:latin typeface="Carlito"/>
                <a:cs typeface="Carlito"/>
              </a:rPr>
              <a:t> </a:t>
            </a:r>
            <a:r>
              <a:rPr dirty="0" sz="3200">
                <a:latin typeface="Carlito"/>
                <a:cs typeface="Carlito"/>
              </a:rPr>
              <a:t>the</a:t>
            </a:r>
            <a:r>
              <a:rPr dirty="0" sz="3200" spc="-75">
                <a:latin typeface="Carlito"/>
                <a:cs typeface="Carlito"/>
              </a:rPr>
              <a:t> </a:t>
            </a:r>
            <a:r>
              <a:rPr dirty="0" sz="3200" spc="-10">
                <a:latin typeface="Carlito"/>
                <a:cs typeface="Carlito"/>
              </a:rPr>
              <a:t>fundamental</a:t>
            </a:r>
            <a:r>
              <a:rPr dirty="0" sz="3200" spc="-50">
                <a:latin typeface="Carlito"/>
                <a:cs typeface="Carlito"/>
              </a:rPr>
              <a:t> </a:t>
            </a:r>
            <a:r>
              <a:rPr dirty="0" sz="3200" spc="-20">
                <a:latin typeface="Carlito"/>
                <a:cs typeface="Carlito"/>
              </a:rPr>
              <a:t>test </a:t>
            </a:r>
            <a:r>
              <a:rPr dirty="0" sz="3200" spc="-10">
                <a:latin typeface="Carlito"/>
                <a:cs typeface="Carlito"/>
              </a:rPr>
              <a:t>process:</a:t>
            </a:r>
            <a:endParaRPr sz="3200">
              <a:latin typeface="Carlito"/>
              <a:cs typeface="Carlito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89276" y="2057400"/>
            <a:ext cx="5896355" cy="435864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50"/>
              <a:t>Test</a:t>
            </a:r>
            <a:r>
              <a:rPr dirty="0" spc="-40"/>
              <a:t> </a:t>
            </a:r>
            <a:r>
              <a:rPr dirty="0" spc="-45"/>
              <a:t>Planning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507593" y="1390650"/>
            <a:ext cx="303784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75285" indent="-363855">
              <a:lnSpc>
                <a:spcPct val="100000"/>
              </a:lnSpc>
              <a:spcBef>
                <a:spcPts val="105"/>
              </a:spcBef>
              <a:buSzPct val="96875"/>
              <a:buFont typeface="Wingdings"/>
              <a:buChar char=""/>
              <a:tabLst>
                <a:tab pos="375285" algn="l"/>
              </a:tabLst>
            </a:pPr>
            <a:r>
              <a:rPr dirty="0" sz="3200">
                <a:latin typeface="Carlito"/>
                <a:cs typeface="Carlito"/>
              </a:rPr>
              <a:t>Major</a:t>
            </a:r>
            <a:r>
              <a:rPr dirty="0" sz="3200" spc="-50">
                <a:latin typeface="Carlito"/>
                <a:cs typeface="Carlito"/>
              </a:rPr>
              <a:t> </a:t>
            </a:r>
            <a:r>
              <a:rPr dirty="0" sz="3200">
                <a:latin typeface="Carlito"/>
                <a:cs typeface="Carlito"/>
              </a:rPr>
              <a:t>tasks</a:t>
            </a:r>
            <a:r>
              <a:rPr dirty="0" sz="3200" spc="-45">
                <a:latin typeface="Carlito"/>
                <a:cs typeface="Carlito"/>
              </a:rPr>
              <a:t> </a:t>
            </a:r>
            <a:r>
              <a:rPr dirty="0" sz="3200" spc="-20">
                <a:latin typeface="Carlito"/>
                <a:cs typeface="Carlito"/>
              </a:rPr>
              <a:t>are:</a:t>
            </a:r>
            <a:endParaRPr sz="3200">
              <a:latin typeface="Carlito"/>
              <a:cs typeface="Carlito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50493" y="1890217"/>
            <a:ext cx="7396480" cy="38804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83515" indent="-17081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183515" algn="l"/>
              </a:tabLst>
            </a:pPr>
            <a:r>
              <a:rPr dirty="0" sz="2800">
                <a:latin typeface="Carlito"/>
                <a:cs typeface="Carlito"/>
              </a:rPr>
              <a:t>Identify</a:t>
            </a:r>
            <a:r>
              <a:rPr dirty="0" sz="2800" spc="-55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the</a:t>
            </a:r>
            <a:r>
              <a:rPr dirty="0" sz="2800" spc="-50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objectives</a:t>
            </a:r>
            <a:r>
              <a:rPr dirty="0" sz="2800" spc="-50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of</a:t>
            </a:r>
            <a:r>
              <a:rPr dirty="0" sz="2800" spc="-60">
                <a:latin typeface="Carlito"/>
                <a:cs typeface="Carlito"/>
              </a:rPr>
              <a:t> </a:t>
            </a:r>
            <a:r>
              <a:rPr dirty="0" sz="2800" spc="-10">
                <a:latin typeface="Carlito"/>
                <a:cs typeface="Carlito"/>
              </a:rPr>
              <a:t>testing</a:t>
            </a:r>
            <a:endParaRPr sz="2800">
              <a:latin typeface="Carlito"/>
              <a:cs typeface="Carlito"/>
            </a:endParaRPr>
          </a:p>
          <a:p>
            <a:pPr marL="183515" indent="-170815">
              <a:lnSpc>
                <a:spcPct val="100000"/>
              </a:lnSpc>
              <a:spcBef>
                <a:spcPts val="65"/>
              </a:spcBef>
              <a:buFont typeface="Arial"/>
              <a:buChar char="•"/>
              <a:tabLst>
                <a:tab pos="183515" algn="l"/>
              </a:tabLst>
            </a:pPr>
            <a:r>
              <a:rPr dirty="0" sz="2800">
                <a:latin typeface="Carlito"/>
                <a:cs typeface="Carlito"/>
              </a:rPr>
              <a:t>Determine</a:t>
            </a:r>
            <a:r>
              <a:rPr dirty="0" sz="2800" spc="-130">
                <a:latin typeface="Carlito"/>
                <a:cs typeface="Carlito"/>
              </a:rPr>
              <a:t> </a:t>
            </a:r>
            <a:r>
              <a:rPr dirty="0" sz="2800" spc="-10">
                <a:latin typeface="Carlito"/>
                <a:cs typeface="Carlito"/>
              </a:rPr>
              <a:t>scope</a:t>
            </a:r>
            <a:endParaRPr sz="2800">
              <a:latin typeface="Carlito"/>
              <a:cs typeface="Carlito"/>
            </a:endParaRPr>
          </a:p>
          <a:p>
            <a:pPr marL="183515" indent="-170815">
              <a:lnSpc>
                <a:spcPct val="100000"/>
              </a:lnSpc>
              <a:spcBef>
                <a:spcPts val="60"/>
              </a:spcBef>
              <a:buFont typeface="Arial"/>
              <a:buChar char="•"/>
              <a:tabLst>
                <a:tab pos="183515" algn="l"/>
              </a:tabLst>
            </a:pPr>
            <a:r>
              <a:rPr dirty="0" sz="2800">
                <a:latin typeface="Carlito"/>
                <a:cs typeface="Carlito"/>
              </a:rPr>
              <a:t>Determine</a:t>
            </a:r>
            <a:r>
              <a:rPr dirty="0" sz="2800" spc="-85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the</a:t>
            </a:r>
            <a:r>
              <a:rPr dirty="0" sz="2800" spc="-85">
                <a:latin typeface="Carlito"/>
                <a:cs typeface="Carlito"/>
              </a:rPr>
              <a:t> </a:t>
            </a:r>
            <a:r>
              <a:rPr dirty="0" sz="2800" spc="-60">
                <a:latin typeface="Carlito"/>
                <a:cs typeface="Carlito"/>
              </a:rPr>
              <a:t>Test</a:t>
            </a:r>
            <a:r>
              <a:rPr dirty="0" sz="2800" spc="-90">
                <a:latin typeface="Carlito"/>
                <a:cs typeface="Carlito"/>
              </a:rPr>
              <a:t> </a:t>
            </a:r>
            <a:r>
              <a:rPr dirty="0" sz="2800" spc="-10">
                <a:latin typeface="Carlito"/>
                <a:cs typeface="Carlito"/>
              </a:rPr>
              <a:t>Approach</a:t>
            </a:r>
            <a:endParaRPr sz="2800">
              <a:latin typeface="Carlito"/>
              <a:cs typeface="Carlito"/>
            </a:endParaRPr>
          </a:p>
          <a:p>
            <a:pPr marL="183515" indent="-170815">
              <a:lnSpc>
                <a:spcPct val="100000"/>
              </a:lnSpc>
              <a:spcBef>
                <a:spcPts val="70"/>
              </a:spcBef>
              <a:buFont typeface="Arial"/>
              <a:buChar char="•"/>
              <a:tabLst>
                <a:tab pos="183515" algn="l"/>
              </a:tabLst>
            </a:pPr>
            <a:r>
              <a:rPr dirty="0" sz="2800">
                <a:latin typeface="Carlito"/>
                <a:cs typeface="Carlito"/>
              </a:rPr>
              <a:t>Determine</a:t>
            </a:r>
            <a:r>
              <a:rPr dirty="0" sz="2800" spc="-90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the</a:t>
            </a:r>
            <a:r>
              <a:rPr dirty="0" sz="2800" spc="-100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required</a:t>
            </a:r>
            <a:r>
              <a:rPr dirty="0" sz="2800" spc="-85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test</a:t>
            </a:r>
            <a:r>
              <a:rPr dirty="0" sz="2800" spc="-90">
                <a:latin typeface="Carlito"/>
                <a:cs typeface="Carlito"/>
              </a:rPr>
              <a:t> </a:t>
            </a:r>
            <a:r>
              <a:rPr dirty="0" sz="2800" spc="-10">
                <a:latin typeface="Carlito"/>
                <a:cs typeface="Carlito"/>
              </a:rPr>
              <a:t>resources</a:t>
            </a:r>
            <a:endParaRPr sz="2800">
              <a:latin typeface="Carlito"/>
              <a:cs typeface="Carlito"/>
            </a:endParaRPr>
          </a:p>
          <a:p>
            <a:pPr marL="183515" indent="-170815">
              <a:lnSpc>
                <a:spcPct val="100000"/>
              </a:lnSpc>
              <a:spcBef>
                <a:spcPts val="65"/>
              </a:spcBef>
              <a:buFont typeface="Arial"/>
              <a:buChar char="•"/>
              <a:tabLst>
                <a:tab pos="183515" algn="l"/>
              </a:tabLst>
            </a:pPr>
            <a:r>
              <a:rPr dirty="0" sz="2800" spc="-10">
                <a:latin typeface="Carlito"/>
                <a:cs typeface="Carlito"/>
              </a:rPr>
              <a:t>Implement</a:t>
            </a:r>
            <a:r>
              <a:rPr dirty="0" sz="2800" spc="-65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the</a:t>
            </a:r>
            <a:r>
              <a:rPr dirty="0" sz="2800" spc="-85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test</a:t>
            </a:r>
            <a:r>
              <a:rPr dirty="0" sz="2800" spc="-75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policy</a:t>
            </a:r>
            <a:r>
              <a:rPr dirty="0" sz="2800" spc="-85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and/or</a:t>
            </a:r>
            <a:r>
              <a:rPr dirty="0" sz="2800" spc="-60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the</a:t>
            </a:r>
            <a:r>
              <a:rPr dirty="0" sz="2800" spc="-80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test</a:t>
            </a:r>
            <a:r>
              <a:rPr dirty="0" sz="2800" spc="-70">
                <a:latin typeface="Carlito"/>
                <a:cs typeface="Carlito"/>
              </a:rPr>
              <a:t> </a:t>
            </a:r>
            <a:r>
              <a:rPr dirty="0" sz="2800" spc="-10">
                <a:latin typeface="Carlito"/>
                <a:cs typeface="Carlito"/>
              </a:rPr>
              <a:t>strategy</a:t>
            </a:r>
            <a:endParaRPr sz="2800">
              <a:latin typeface="Carlito"/>
              <a:cs typeface="Carlito"/>
            </a:endParaRPr>
          </a:p>
          <a:p>
            <a:pPr marL="183515" indent="-170815">
              <a:lnSpc>
                <a:spcPct val="100000"/>
              </a:lnSpc>
              <a:spcBef>
                <a:spcPts val="60"/>
              </a:spcBef>
              <a:buFont typeface="Arial"/>
              <a:buChar char="•"/>
              <a:tabLst>
                <a:tab pos="183515" algn="l"/>
              </a:tabLst>
            </a:pPr>
            <a:r>
              <a:rPr dirty="0" sz="2800">
                <a:latin typeface="Carlito"/>
                <a:cs typeface="Carlito"/>
              </a:rPr>
              <a:t>Schedule</a:t>
            </a:r>
            <a:r>
              <a:rPr dirty="0" sz="2800" spc="-65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test</a:t>
            </a:r>
            <a:r>
              <a:rPr dirty="0" sz="2800" spc="-80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analysis</a:t>
            </a:r>
            <a:r>
              <a:rPr dirty="0" sz="2800" spc="-70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and</a:t>
            </a:r>
            <a:r>
              <a:rPr dirty="0" sz="2800" spc="-80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design</a:t>
            </a:r>
            <a:r>
              <a:rPr dirty="0" sz="2800" spc="-70">
                <a:latin typeface="Carlito"/>
                <a:cs typeface="Carlito"/>
              </a:rPr>
              <a:t> </a:t>
            </a:r>
            <a:r>
              <a:rPr dirty="0" sz="2800" spc="-10">
                <a:latin typeface="Carlito"/>
                <a:cs typeface="Carlito"/>
              </a:rPr>
              <a:t>tasks</a:t>
            </a:r>
            <a:endParaRPr sz="2800">
              <a:latin typeface="Carlito"/>
              <a:cs typeface="Carlito"/>
            </a:endParaRPr>
          </a:p>
          <a:p>
            <a:pPr marL="182880" marR="678815" indent="-170815">
              <a:lnSpc>
                <a:spcPts val="3020"/>
              </a:lnSpc>
              <a:spcBef>
                <a:spcPts val="455"/>
              </a:spcBef>
              <a:buFont typeface="Arial"/>
              <a:buChar char="•"/>
              <a:tabLst>
                <a:tab pos="184785" algn="l"/>
              </a:tabLst>
            </a:pPr>
            <a:r>
              <a:rPr dirty="0" sz="2800">
                <a:latin typeface="Carlito"/>
                <a:cs typeface="Carlito"/>
              </a:rPr>
              <a:t>Schedule</a:t>
            </a:r>
            <a:r>
              <a:rPr dirty="0" sz="2800" spc="-90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test</a:t>
            </a:r>
            <a:r>
              <a:rPr dirty="0" sz="2800" spc="-100">
                <a:latin typeface="Carlito"/>
                <a:cs typeface="Carlito"/>
              </a:rPr>
              <a:t> </a:t>
            </a:r>
            <a:r>
              <a:rPr dirty="0" sz="2800" spc="-10">
                <a:latin typeface="Carlito"/>
                <a:cs typeface="Carlito"/>
              </a:rPr>
              <a:t>implementation,</a:t>
            </a:r>
            <a:r>
              <a:rPr dirty="0" sz="2800" spc="-85">
                <a:latin typeface="Carlito"/>
                <a:cs typeface="Carlito"/>
              </a:rPr>
              <a:t> </a:t>
            </a:r>
            <a:r>
              <a:rPr dirty="0" sz="2800" spc="-20">
                <a:latin typeface="Carlito"/>
                <a:cs typeface="Carlito"/>
              </a:rPr>
              <a:t>execution</a:t>
            </a:r>
            <a:r>
              <a:rPr dirty="0" sz="2800" spc="-100">
                <a:latin typeface="Carlito"/>
                <a:cs typeface="Carlito"/>
              </a:rPr>
              <a:t> </a:t>
            </a:r>
            <a:r>
              <a:rPr dirty="0" sz="2800" spc="-25">
                <a:latin typeface="Carlito"/>
                <a:cs typeface="Carlito"/>
              </a:rPr>
              <a:t>and </a:t>
            </a:r>
            <a:r>
              <a:rPr dirty="0" sz="2800" spc="-25">
                <a:latin typeface="Carlito"/>
                <a:cs typeface="Carlito"/>
              </a:rPr>
              <a:t>	</a:t>
            </a:r>
            <a:r>
              <a:rPr dirty="0" sz="2800" spc="-10">
                <a:latin typeface="Carlito"/>
                <a:cs typeface="Carlito"/>
              </a:rPr>
              <a:t>evaluation</a:t>
            </a:r>
            <a:endParaRPr sz="2800">
              <a:latin typeface="Carlito"/>
              <a:cs typeface="Carlito"/>
            </a:endParaRPr>
          </a:p>
          <a:p>
            <a:pPr marL="183515" indent="-170815">
              <a:lnSpc>
                <a:spcPct val="100000"/>
              </a:lnSpc>
              <a:spcBef>
                <a:spcPts val="20"/>
              </a:spcBef>
              <a:buFont typeface="Arial"/>
              <a:buChar char="•"/>
              <a:tabLst>
                <a:tab pos="183515" algn="l"/>
              </a:tabLst>
            </a:pPr>
            <a:r>
              <a:rPr dirty="0" sz="2800">
                <a:latin typeface="Carlito"/>
                <a:cs typeface="Carlito"/>
              </a:rPr>
              <a:t>Determine</a:t>
            </a:r>
            <a:r>
              <a:rPr dirty="0" sz="2800" spc="-55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the</a:t>
            </a:r>
            <a:r>
              <a:rPr dirty="0" sz="2800" spc="-55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Exit</a:t>
            </a:r>
            <a:r>
              <a:rPr dirty="0" sz="2800" spc="-60">
                <a:latin typeface="Carlito"/>
                <a:cs typeface="Carlito"/>
              </a:rPr>
              <a:t> </a:t>
            </a:r>
            <a:r>
              <a:rPr dirty="0" sz="2800" spc="-10">
                <a:latin typeface="Carlito"/>
                <a:cs typeface="Carlito"/>
              </a:rPr>
              <a:t>Criteria</a:t>
            </a:r>
            <a:endParaRPr sz="2800">
              <a:latin typeface="Carlito"/>
              <a:cs typeface="Carlito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337303" y="1290827"/>
            <a:ext cx="4386580" cy="370840"/>
          </a:xfrm>
          <a:prstGeom prst="rect">
            <a:avLst/>
          </a:prstGeom>
          <a:solidFill>
            <a:srgbClr val="FFE699"/>
          </a:solidFill>
        </p:spPr>
        <p:txBody>
          <a:bodyPr wrap="square" lIns="0" tIns="39370" rIns="0" bIns="0" rtlCol="0" vert="horz">
            <a:spAutoFit/>
          </a:bodyPr>
          <a:lstStyle/>
          <a:p>
            <a:pPr marL="92075">
              <a:lnSpc>
                <a:spcPct val="100000"/>
              </a:lnSpc>
              <a:spcBef>
                <a:spcPts val="310"/>
              </a:spcBef>
            </a:pPr>
            <a:r>
              <a:rPr dirty="0" sz="1800" b="1" i="1">
                <a:latin typeface="Arial"/>
                <a:cs typeface="Arial"/>
              </a:rPr>
              <a:t>“A</a:t>
            </a:r>
            <a:r>
              <a:rPr dirty="0" sz="1800" spc="-95" b="1" i="1">
                <a:latin typeface="Arial"/>
                <a:cs typeface="Arial"/>
              </a:rPr>
              <a:t> </a:t>
            </a:r>
            <a:r>
              <a:rPr dirty="0" sz="1800" b="1" i="1">
                <a:latin typeface="Arial"/>
                <a:cs typeface="Arial"/>
              </a:rPr>
              <a:t>goal</a:t>
            </a:r>
            <a:r>
              <a:rPr dirty="0" sz="1800" spc="-10" b="1" i="1">
                <a:latin typeface="Arial"/>
                <a:cs typeface="Arial"/>
              </a:rPr>
              <a:t> </a:t>
            </a:r>
            <a:r>
              <a:rPr dirty="0" sz="1800" b="1" i="1">
                <a:latin typeface="Arial"/>
                <a:cs typeface="Arial"/>
              </a:rPr>
              <a:t>without</a:t>
            </a:r>
            <a:r>
              <a:rPr dirty="0" sz="1800" spc="-25" b="1" i="1">
                <a:latin typeface="Arial"/>
                <a:cs typeface="Arial"/>
              </a:rPr>
              <a:t> </a:t>
            </a:r>
            <a:r>
              <a:rPr dirty="0" sz="1800" b="1" i="1">
                <a:latin typeface="Arial"/>
                <a:cs typeface="Arial"/>
              </a:rPr>
              <a:t>a</a:t>
            </a:r>
            <a:r>
              <a:rPr dirty="0" sz="1800" spc="-5" b="1" i="1">
                <a:latin typeface="Arial"/>
                <a:cs typeface="Arial"/>
              </a:rPr>
              <a:t> </a:t>
            </a:r>
            <a:r>
              <a:rPr dirty="0" sz="1800" b="1" i="1">
                <a:latin typeface="Arial"/>
                <a:cs typeface="Arial"/>
              </a:rPr>
              <a:t>plan</a:t>
            </a:r>
            <a:r>
              <a:rPr dirty="0" sz="1800" spc="-10" b="1" i="1">
                <a:latin typeface="Arial"/>
                <a:cs typeface="Arial"/>
              </a:rPr>
              <a:t> </a:t>
            </a:r>
            <a:r>
              <a:rPr dirty="0" sz="1800" b="1" i="1">
                <a:latin typeface="Arial"/>
                <a:cs typeface="Arial"/>
              </a:rPr>
              <a:t>is just</a:t>
            </a:r>
            <a:r>
              <a:rPr dirty="0" sz="1800" spc="-10" b="1" i="1">
                <a:latin typeface="Arial"/>
                <a:cs typeface="Arial"/>
              </a:rPr>
              <a:t> </a:t>
            </a:r>
            <a:r>
              <a:rPr dirty="0" sz="1800" b="1" i="1">
                <a:latin typeface="Arial"/>
                <a:cs typeface="Arial"/>
              </a:rPr>
              <a:t>a</a:t>
            </a:r>
            <a:r>
              <a:rPr dirty="0" sz="1800" spc="-5" b="1" i="1">
                <a:latin typeface="Arial"/>
                <a:cs typeface="Arial"/>
              </a:rPr>
              <a:t> </a:t>
            </a:r>
            <a:r>
              <a:rPr dirty="0" sz="1800" spc="-10" b="1" i="1">
                <a:latin typeface="Arial"/>
                <a:cs typeface="Arial"/>
              </a:rPr>
              <a:t>wish”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10994" y="475233"/>
            <a:ext cx="2527300" cy="60515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50"/>
              <a:t>Test</a:t>
            </a:r>
            <a:r>
              <a:rPr dirty="0" spc="-40"/>
              <a:t> </a:t>
            </a:r>
            <a:r>
              <a:rPr dirty="0" spc="-45"/>
              <a:t>Planning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77164" y="1074242"/>
            <a:ext cx="8754745" cy="536702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74650" indent="-363855">
              <a:lnSpc>
                <a:spcPct val="100000"/>
              </a:lnSpc>
              <a:spcBef>
                <a:spcPts val="105"/>
              </a:spcBef>
              <a:buSzPct val="96875"/>
              <a:buFont typeface="Wingdings"/>
              <a:buChar char=""/>
              <a:tabLst>
                <a:tab pos="374650" algn="l"/>
              </a:tabLst>
            </a:pPr>
            <a:r>
              <a:rPr dirty="0" sz="3200" spc="-60">
                <a:latin typeface="Carlito"/>
                <a:cs typeface="Carlito"/>
              </a:rPr>
              <a:t>Test</a:t>
            </a:r>
            <a:r>
              <a:rPr dirty="0" sz="3200" spc="-114">
                <a:latin typeface="Carlito"/>
                <a:cs typeface="Carlito"/>
              </a:rPr>
              <a:t> </a:t>
            </a:r>
            <a:r>
              <a:rPr dirty="0" sz="3200" spc="-10">
                <a:latin typeface="Carlito"/>
                <a:cs typeface="Carlito"/>
              </a:rPr>
              <a:t>Control:</a:t>
            </a:r>
            <a:endParaRPr sz="3200">
              <a:latin typeface="Carlito"/>
              <a:cs typeface="Carlito"/>
            </a:endParaRPr>
          </a:p>
          <a:p>
            <a:pPr lvl="1" marL="526415" marR="1052830" indent="-171450">
              <a:lnSpc>
                <a:spcPts val="3020"/>
              </a:lnSpc>
              <a:spcBef>
                <a:spcPts val="475"/>
              </a:spcBef>
              <a:buFont typeface="Arial"/>
              <a:buChar char="•"/>
              <a:tabLst>
                <a:tab pos="527685" algn="l"/>
              </a:tabLst>
            </a:pPr>
            <a:r>
              <a:rPr dirty="0" sz="2800">
                <a:latin typeface="Carlito"/>
                <a:cs typeface="Carlito"/>
              </a:rPr>
              <a:t>The</a:t>
            </a:r>
            <a:r>
              <a:rPr dirty="0" sz="2800" spc="-70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ongoing</a:t>
            </a:r>
            <a:r>
              <a:rPr dirty="0" sz="2800" spc="-55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activity</a:t>
            </a:r>
            <a:r>
              <a:rPr dirty="0" sz="2800" spc="-75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of</a:t>
            </a:r>
            <a:r>
              <a:rPr dirty="0" sz="2800" spc="-75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comparing</a:t>
            </a:r>
            <a:r>
              <a:rPr dirty="0" sz="2800" spc="-60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actual</a:t>
            </a:r>
            <a:r>
              <a:rPr dirty="0" sz="2800" spc="-70">
                <a:latin typeface="Carlito"/>
                <a:cs typeface="Carlito"/>
              </a:rPr>
              <a:t> </a:t>
            </a:r>
            <a:r>
              <a:rPr dirty="0" sz="2800" spc="-10">
                <a:latin typeface="Carlito"/>
                <a:cs typeface="Carlito"/>
              </a:rPr>
              <a:t>progress 	against</a:t>
            </a:r>
            <a:r>
              <a:rPr dirty="0" sz="2800" spc="-70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the</a:t>
            </a:r>
            <a:r>
              <a:rPr dirty="0" sz="2800" spc="-55">
                <a:latin typeface="Carlito"/>
                <a:cs typeface="Carlito"/>
              </a:rPr>
              <a:t> </a:t>
            </a:r>
            <a:r>
              <a:rPr dirty="0" sz="2800" spc="-20">
                <a:latin typeface="Carlito"/>
                <a:cs typeface="Carlito"/>
              </a:rPr>
              <a:t>plan</a:t>
            </a:r>
            <a:endParaRPr sz="2800">
              <a:latin typeface="Carlito"/>
              <a:cs typeface="Carlito"/>
            </a:endParaRPr>
          </a:p>
          <a:p>
            <a:pPr lvl="1" marL="526415" indent="-171450">
              <a:lnSpc>
                <a:spcPct val="100000"/>
              </a:lnSpc>
              <a:spcBef>
                <a:spcPts val="20"/>
              </a:spcBef>
              <a:buFont typeface="Arial"/>
              <a:buChar char="•"/>
              <a:tabLst>
                <a:tab pos="526415" algn="l"/>
              </a:tabLst>
            </a:pPr>
            <a:r>
              <a:rPr dirty="0" sz="2800">
                <a:latin typeface="Carlito"/>
                <a:cs typeface="Carlito"/>
              </a:rPr>
              <a:t>Reporting</a:t>
            </a:r>
            <a:r>
              <a:rPr dirty="0" sz="2800" spc="-114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status,</a:t>
            </a:r>
            <a:r>
              <a:rPr dirty="0" sz="2800" spc="-85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including</a:t>
            </a:r>
            <a:r>
              <a:rPr dirty="0" sz="2800" spc="-80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deviations</a:t>
            </a:r>
            <a:r>
              <a:rPr dirty="0" sz="2800" spc="-95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from</a:t>
            </a:r>
            <a:r>
              <a:rPr dirty="0" sz="2800" spc="-110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the</a:t>
            </a:r>
            <a:r>
              <a:rPr dirty="0" sz="2800" spc="-110">
                <a:latin typeface="Carlito"/>
                <a:cs typeface="Carlito"/>
              </a:rPr>
              <a:t> </a:t>
            </a:r>
            <a:r>
              <a:rPr dirty="0" sz="2800" spc="-20">
                <a:latin typeface="Carlito"/>
                <a:cs typeface="Carlito"/>
              </a:rPr>
              <a:t>plan</a:t>
            </a:r>
            <a:endParaRPr sz="2800">
              <a:latin typeface="Carlito"/>
              <a:cs typeface="Carlito"/>
            </a:endParaRPr>
          </a:p>
          <a:p>
            <a:pPr lvl="1" marL="526415" marR="1097280" indent="-171450">
              <a:lnSpc>
                <a:spcPts val="3020"/>
              </a:lnSpc>
              <a:spcBef>
                <a:spcPts val="445"/>
              </a:spcBef>
              <a:buFont typeface="Arial"/>
              <a:buChar char="•"/>
              <a:tabLst>
                <a:tab pos="527685" algn="l"/>
              </a:tabLst>
            </a:pPr>
            <a:r>
              <a:rPr dirty="0" sz="2800" spc="-20">
                <a:latin typeface="Carlito"/>
                <a:cs typeface="Carlito"/>
              </a:rPr>
              <a:t>Taking</a:t>
            </a:r>
            <a:r>
              <a:rPr dirty="0" sz="2800" spc="-75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actions</a:t>
            </a:r>
            <a:r>
              <a:rPr dirty="0" sz="2800" spc="-60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necessary</a:t>
            </a:r>
            <a:r>
              <a:rPr dirty="0" sz="2800" spc="-60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to</a:t>
            </a:r>
            <a:r>
              <a:rPr dirty="0" sz="2800" spc="-70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meet</a:t>
            </a:r>
            <a:r>
              <a:rPr dirty="0" sz="2800" spc="-75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the</a:t>
            </a:r>
            <a:r>
              <a:rPr dirty="0" sz="2800" spc="-60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mission</a:t>
            </a:r>
            <a:r>
              <a:rPr dirty="0" sz="2800" spc="-40">
                <a:latin typeface="Carlito"/>
                <a:cs typeface="Carlito"/>
              </a:rPr>
              <a:t> </a:t>
            </a:r>
            <a:r>
              <a:rPr dirty="0" sz="2800" spc="-25">
                <a:latin typeface="Carlito"/>
                <a:cs typeface="Carlito"/>
              </a:rPr>
              <a:t>and </a:t>
            </a:r>
            <a:r>
              <a:rPr dirty="0" sz="2800" spc="-25">
                <a:latin typeface="Carlito"/>
                <a:cs typeface="Carlito"/>
              </a:rPr>
              <a:t>	</a:t>
            </a:r>
            <a:r>
              <a:rPr dirty="0" sz="2800">
                <a:latin typeface="Carlito"/>
                <a:cs typeface="Carlito"/>
              </a:rPr>
              <a:t>objectives</a:t>
            </a:r>
            <a:r>
              <a:rPr dirty="0" sz="2800" spc="-60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of</a:t>
            </a:r>
            <a:r>
              <a:rPr dirty="0" sz="2800" spc="-70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the</a:t>
            </a:r>
            <a:r>
              <a:rPr dirty="0" sz="2800" spc="-55">
                <a:latin typeface="Carlito"/>
                <a:cs typeface="Carlito"/>
              </a:rPr>
              <a:t> </a:t>
            </a:r>
            <a:r>
              <a:rPr dirty="0" sz="2800" spc="-10">
                <a:latin typeface="Carlito"/>
                <a:cs typeface="Carlito"/>
              </a:rPr>
              <a:t>project</a:t>
            </a:r>
            <a:endParaRPr sz="2800">
              <a:latin typeface="Carlito"/>
              <a:cs typeface="Carlito"/>
            </a:endParaRPr>
          </a:p>
          <a:p>
            <a:pPr lvl="1" marL="526415" marR="883285" indent="-171450">
              <a:lnSpc>
                <a:spcPts val="3020"/>
              </a:lnSpc>
              <a:spcBef>
                <a:spcPts val="415"/>
              </a:spcBef>
              <a:buFont typeface="Arial"/>
              <a:buChar char="•"/>
              <a:tabLst>
                <a:tab pos="527685" algn="l"/>
              </a:tabLst>
            </a:pPr>
            <a:r>
              <a:rPr dirty="0" sz="2800" spc="-60">
                <a:latin typeface="Carlito"/>
                <a:cs typeface="Carlito"/>
              </a:rPr>
              <a:t>Test</a:t>
            </a:r>
            <a:r>
              <a:rPr dirty="0" sz="2800" spc="-100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Planning</a:t>
            </a:r>
            <a:r>
              <a:rPr dirty="0" sz="2800" spc="-80">
                <a:latin typeface="Carlito"/>
                <a:cs typeface="Carlito"/>
              </a:rPr>
              <a:t> </a:t>
            </a:r>
            <a:r>
              <a:rPr dirty="0" sz="2800" spc="-10">
                <a:latin typeface="Carlito"/>
                <a:cs typeface="Carlito"/>
              </a:rPr>
              <a:t>takes</a:t>
            </a:r>
            <a:r>
              <a:rPr dirty="0" sz="2800" spc="-114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into</a:t>
            </a:r>
            <a:r>
              <a:rPr dirty="0" sz="2800" spc="-100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account</a:t>
            </a:r>
            <a:r>
              <a:rPr dirty="0" sz="2800" spc="-95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the</a:t>
            </a:r>
            <a:r>
              <a:rPr dirty="0" sz="2800" spc="-105">
                <a:latin typeface="Carlito"/>
                <a:cs typeface="Carlito"/>
              </a:rPr>
              <a:t> </a:t>
            </a:r>
            <a:r>
              <a:rPr dirty="0" sz="2800" spc="-10">
                <a:latin typeface="Carlito"/>
                <a:cs typeface="Carlito"/>
              </a:rPr>
              <a:t>feedback</a:t>
            </a:r>
            <a:r>
              <a:rPr dirty="0" sz="2800" spc="-100">
                <a:latin typeface="Carlito"/>
                <a:cs typeface="Carlito"/>
              </a:rPr>
              <a:t> </a:t>
            </a:r>
            <a:r>
              <a:rPr dirty="0" sz="2800" spc="-20">
                <a:latin typeface="Carlito"/>
                <a:cs typeface="Carlito"/>
              </a:rPr>
              <a:t>from </a:t>
            </a:r>
            <a:r>
              <a:rPr dirty="0" sz="2800" spc="-20">
                <a:latin typeface="Carlito"/>
                <a:cs typeface="Carlito"/>
              </a:rPr>
              <a:t>	</a:t>
            </a:r>
            <a:r>
              <a:rPr dirty="0" sz="2800">
                <a:latin typeface="Carlito"/>
                <a:cs typeface="Carlito"/>
              </a:rPr>
              <a:t>monitoring</a:t>
            </a:r>
            <a:r>
              <a:rPr dirty="0" sz="2800" spc="-110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and</a:t>
            </a:r>
            <a:r>
              <a:rPr dirty="0" sz="2800" spc="-120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control</a:t>
            </a:r>
            <a:r>
              <a:rPr dirty="0" sz="2800" spc="-100">
                <a:latin typeface="Carlito"/>
                <a:cs typeface="Carlito"/>
              </a:rPr>
              <a:t> </a:t>
            </a:r>
            <a:r>
              <a:rPr dirty="0" sz="2800" spc="-10">
                <a:latin typeface="Carlito"/>
                <a:cs typeface="Carlito"/>
              </a:rPr>
              <a:t>activities</a:t>
            </a:r>
            <a:endParaRPr sz="2800">
              <a:latin typeface="Carlito"/>
              <a:cs typeface="Carlito"/>
            </a:endParaRPr>
          </a:p>
          <a:p>
            <a:pPr lvl="1" marL="526415" indent="-171450">
              <a:lnSpc>
                <a:spcPct val="100000"/>
              </a:lnSpc>
              <a:spcBef>
                <a:spcPts val="25"/>
              </a:spcBef>
              <a:buFont typeface="Arial"/>
              <a:buChar char="•"/>
              <a:tabLst>
                <a:tab pos="526415" algn="l"/>
              </a:tabLst>
            </a:pPr>
            <a:r>
              <a:rPr dirty="0" sz="2800">
                <a:latin typeface="Carlito"/>
                <a:cs typeface="Carlito"/>
              </a:rPr>
              <a:t>Major</a:t>
            </a:r>
            <a:r>
              <a:rPr dirty="0" sz="2800" spc="-100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tasks</a:t>
            </a:r>
            <a:r>
              <a:rPr dirty="0" sz="2800" spc="-95">
                <a:latin typeface="Carlito"/>
                <a:cs typeface="Carlito"/>
              </a:rPr>
              <a:t> </a:t>
            </a:r>
            <a:r>
              <a:rPr dirty="0" sz="2800" spc="-20">
                <a:latin typeface="Carlito"/>
                <a:cs typeface="Carlito"/>
              </a:rPr>
              <a:t>are:</a:t>
            </a:r>
            <a:endParaRPr sz="2800">
              <a:latin typeface="Carlito"/>
              <a:cs typeface="Carlito"/>
            </a:endParaRPr>
          </a:p>
          <a:p>
            <a:pPr lvl="2" marL="937260" indent="-243204">
              <a:lnSpc>
                <a:spcPct val="100000"/>
              </a:lnSpc>
              <a:spcBef>
                <a:spcPts val="135"/>
              </a:spcBef>
              <a:buSzPct val="95833"/>
              <a:buFont typeface="Wingdings"/>
              <a:buChar char=""/>
              <a:tabLst>
                <a:tab pos="937260" algn="l"/>
              </a:tabLst>
            </a:pPr>
            <a:r>
              <a:rPr dirty="0" sz="2400">
                <a:latin typeface="Carlito"/>
                <a:cs typeface="Carlito"/>
              </a:rPr>
              <a:t>Measure</a:t>
            </a:r>
            <a:r>
              <a:rPr dirty="0" sz="2400" spc="-85">
                <a:latin typeface="Carlito"/>
                <a:cs typeface="Carlito"/>
              </a:rPr>
              <a:t> </a:t>
            </a:r>
            <a:r>
              <a:rPr dirty="0" sz="2400">
                <a:latin typeface="Carlito"/>
                <a:cs typeface="Carlito"/>
              </a:rPr>
              <a:t>and</a:t>
            </a:r>
            <a:r>
              <a:rPr dirty="0" sz="2400" spc="-90">
                <a:latin typeface="Carlito"/>
                <a:cs typeface="Carlito"/>
              </a:rPr>
              <a:t> </a:t>
            </a:r>
            <a:r>
              <a:rPr dirty="0" sz="2400" spc="-10">
                <a:latin typeface="Carlito"/>
                <a:cs typeface="Carlito"/>
              </a:rPr>
              <a:t>analyze</a:t>
            </a:r>
            <a:r>
              <a:rPr dirty="0" sz="2400" spc="-90">
                <a:latin typeface="Carlito"/>
                <a:cs typeface="Carlito"/>
              </a:rPr>
              <a:t> </a:t>
            </a:r>
            <a:r>
              <a:rPr dirty="0" sz="2400" spc="-10">
                <a:latin typeface="Carlito"/>
                <a:cs typeface="Carlito"/>
              </a:rPr>
              <a:t>results</a:t>
            </a:r>
            <a:endParaRPr sz="2400">
              <a:latin typeface="Carlito"/>
              <a:cs typeface="Carlito"/>
            </a:endParaRPr>
          </a:p>
          <a:p>
            <a:pPr lvl="2" marL="937260" indent="-243204">
              <a:lnSpc>
                <a:spcPct val="100000"/>
              </a:lnSpc>
              <a:spcBef>
                <a:spcPts val="120"/>
              </a:spcBef>
              <a:buSzPct val="95833"/>
              <a:buFont typeface="Wingdings"/>
              <a:buChar char=""/>
              <a:tabLst>
                <a:tab pos="937260" algn="l"/>
              </a:tabLst>
            </a:pPr>
            <a:r>
              <a:rPr dirty="0" sz="2400">
                <a:latin typeface="Carlito"/>
                <a:cs typeface="Carlito"/>
              </a:rPr>
              <a:t>Monitor</a:t>
            </a:r>
            <a:r>
              <a:rPr dirty="0" sz="2400" spc="-60">
                <a:latin typeface="Carlito"/>
                <a:cs typeface="Carlito"/>
              </a:rPr>
              <a:t> </a:t>
            </a:r>
            <a:r>
              <a:rPr dirty="0" sz="2400">
                <a:latin typeface="Carlito"/>
                <a:cs typeface="Carlito"/>
              </a:rPr>
              <a:t>and</a:t>
            </a:r>
            <a:r>
              <a:rPr dirty="0" sz="2400" spc="-65">
                <a:latin typeface="Carlito"/>
                <a:cs typeface="Carlito"/>
              </a:rPr>
              <a:t> </a:t>
            </a:r>
            <a:r>
              <a:rPr dirty="0" sz="2400">
                <a:latin typeface="Carlito"/>
                <a:cs typeface="Carlito"/>
              </a:rPr>
              <a:t>document</a:t>
            </a:r>
            <a:r>
              <a:rPr dirty="0" sz="2400" spc="-75">
                <a:latin typeface="Carlito"/>
                <a:cs typeface="Carlito"/>
              </a:rPr>
              <a:t> </a:t>
            </a:r>
            <a:r>
              <a:rPr dirty="0" sz="2400" spc="-10">
                <a:latin typeface="Carlito"/>
                <a:cs typeface="Carlito"/>
              </a:rPr>
              <a:t>progress,</a:t>
            </a:r>
            <a:r>
              <a:rPr dirty="0" sz="2400" spc="-60">
                <a:latin typeface="Carlito"/>
                <a:cs typeface="Carlito"/>
              </a:rPr>
              <a:t> </a:t>
            </a:r>
            <a:r>
              <a:rPr dirty="0" sz="2400">
                <a:latin typeface="Carlito"/>
                <a:cs typeface="Carlito"/>
              </a:rPr>
              <a:t>test</a:t>
            </a:r>
            <a:r>
              <a:rPr dirty="0" sz="2400" spc="-70">
                <a:latin typeface="Carlito"/>
                <a:cs typeface="Carlito"/>
              </a:rPr>
              <a:t> </a:t>
            </a:r>
            <a:r>
              <a:rPr dirty="0" sz="2400" spc="-10">
                <a:latin typeface="Carlito"/>
                <a:cs typeface="Carlito"/>
              </a:rPr>
              <a:t>coverage</a:t>
            </a:r>
            <a:r>
              <a:rPr dirty="0" sz="2400" spc="-60">
                <a:latin typeface="Carlito"/>
                <a:cs typeface="Carlito"/>
              </a:rPr>
              <a:t> </a:t>
            </a:r>
            <a:r>
              <a:rPr dirty="0" sz="2400">
                <a:latin typeface="Carlito"/>
                <a:cs typeface="Carlito"/>
              </a:rPr>
              <a:t>and</a:t>
            </a:r>
            <a:r>
              <a:rPr dirty="0" sz="2400" spc="-65">
                <a:latin typeface="Carlito"/>
                <a:cs typeface="Carlito"/>
              </a:rPr>
              <a:t> </a:t>
            </a:r>
            <a:r>
              <a:rPr dirty="0" sz="2400">
                <a:latin typeface="Carlito"/>
                <a:cs typeface="Carlito"/>
              </a:rPr>
              <a:t>exit</a:t>
            </a:r>
            <a:r>
              <a:rPr dirty="0" sz="2400" spc="-85">
                <a:latin typeface="Carlito"/>
                <a:cs typeface="Carlito"/>
              </a:rPr>
              <a:t> </a:t>
            </a:r>
            <a:r>
              <a:rPr dirty="0" sz="2400" spc="-10">
                <a:latin typeface="Carlito"/>
                <a:cs typeface="Carlito"/>
              </a:rPr>
              <a:t>criteria</a:t>
            </a:r>
            <a:endParaRPr sz="2400">
              <a:latin typeface="Carlito"/>
              <a:cs typeface="Carlito"/>
            </a:endParaRPr>
          </a:p>
          <a:p>
            <a:pPr lvl="2" marL="937260" indent="-243204">
              <a:lnSpc>
                <a:spcPct val="100000"/>
              </a:lnSpc>
              <a:spcBef>
                <a:spcPts val="110"/>
              </a:spcBef>
              <a:buSzPct val="95833"/>
              <a:buFont typeface="Wingdings"/>
              <a:buChar char=""/>
              <a:tabLst>
                <a:tab pos="937260" algn="l"/>
              </a:tabLst>
            </a:pPr>
            <a:r>
              <a:rPr dirty="0" sz="2400">
                <a:latin typeface="Carlito"/>
                <a:cs typeface="Carlito"/>
              </a:rPr>
              <a:t>Initiate</a:t>
            </a:r>
            <a:r>
              <a:rPr dirty="0" sz="2400" spc="-105">
                <a:latin typeface="Carlito"/>
                <a:cs typeface="Carlito"/>
              </a:rPr>
              <a:t> </a:t>
            </a:r>
            <a:r>
              <a:rPr dirty="0" sz="2400">
                <a:latin typeface="Carlito"/>
                <a:cs typeface="Carlito"/>
              </a:rPr>
              <a:t>corrective</a:t>
            </a:r>
            <a:r>
              <a:rPr dirty="0" sz="2400" spc="-105">
                <a:latin typeface="Carlito"/>
                <a:cs typeface="Carlito"/>
              </a:rPr>
              <a:t> </a:t>
            </a:r>
            <a:r>
              <a:rPr dirty="0" sz="2400" spc="-10">
                <a:latin typeface="Carlito"/>
                <a:cs typeface="Carlito"/>
              </a:rPr>
              <a:t>actions</a:t>
            </a:r>
            <a:endParaRPr sz="2400">
              <a:latin typeface="Carlito"/>
              <a:cs typeface="Carlito"/>
            </a:endParaRPr>
          </a:p>
          <a:p>
            <a:pPr lvl="2" marL="937260" indent="-243204">
              <a:lnSpc>
                <a:spcPct val="100000"/>
              </a:lnSpc>
              <a:spcBef>
                <a:spcPts val="110"/>
              </a:spcBef>
              <a:buSzPct val="95833"/>
              <a:buFont typeface="Wingdings"/>
              <a:buChar char=""/>
              <a:tabLst>
                <a:tab pos="937260" algn="l"/>
              </a:tabLst>
            </a:pPr>
            <a:r>
              <a:rPr dirty="0" sz="2400">
                <a:latin typeface="Carlito"/>
                <a:cs typeface="Carlito"/>
              </a:rPr>
              <a:t>Make</a:t>
            </a:r>
            <a:r>
              <a:rPr dirty="0" sz="2400" spc="-95">
                <a:latin typeface="Carlito"/>
                <a:cs typeface="Carlito"/>
              </a:rPr>
              <a:t> </a:t>
            </a:r>
            <a:r>
              <a:rPr dirty="0" sz="2400" spc="-10">
                <a:latin typeface="Carlito"/>
                <a:cs typeface="Carlito"/>
              </a:rPr>
              <a:t>decisions</a:t>
            </a:r>
            <a:endParaRPr sz="24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26870" y="338708"/>
            <a:ext cx="3714750" cy="6051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65"/>
              <a:t>Analysis</a:t>
            </a:r>
            <a:r>
              <a:rPr dirty="0" spc="-155"/>
              <a:t> </a:t>
            </a:r>
            <a:r>
              <a:rPr dirty="0" spc="-25"/>
              <a:t>and</a:t>
            </a:r>
            <a:r>
              <a:rPr dirty="0" spc="-170"/>
              <a:t> </a:t>
            </a:r>
            <a:r>
              <a:rPr dirty="0" spc="-10"/>
              <a:t>design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77164" y="1269872"/>
            <a:ext cx="8369934" cy="5074920"/>
          </a:xfrm>
          <a:prstGeom prst="rect">
            <a:avLst/>
          </a:prstGeom>
        </p:spPr>
        <p:txBody>
          <a:bodyPr wrap="square" lIns="0" tIns="67945" rIns="0" bIns="0" rtlCol="0" vert="horz">
            <a:spAutoFit/>
          </a:bodyPr>
          <a:lstStyle/>
          <a:p>
            <a:pPr marL="184785" marR="784860" indent="-173990">
              <a:lnSpc>
                <a:spcPts val="3460"/>
              </a:lnSpc>
              <a:spcBef>
                <a:spcPts val="535"/>
              </a:spcBef>
              <a:buSzPct val="96875"/>
              <a:buFont typeface="Wingdings"/>
              <a:buChar char=""/>
              <a:tabLst>
                <a:tab pos="184785" algn="l"/>
                <a:tab pos="374650" algn="l"/>
              </a:tabLst>
            </a:pPr>
            <a:r>
              <a:rPr dirty="0" sz="3200">
                <a:latin typeface="Carlito"/>
                <a:cs typeface="Carlito"/>
              </a:rPr>
              <a:t>	</a:t>
            </a:r>
            <a:r>
              <a:rPr dirty="0" sz="3200">
                <a:latin typeface="Carlito"/>
                <a:cs typeface="Carlito"/>
              </a:rPr>
              <a:t>Review</a:t>
            </a:r>
            <a:r>
              <a:rPr dirty="0" sz="3200" spc="-65">
                <a:latin typeface="Carlito"/>
                <a:cs typeface="Carlito"/>
              </a:rPr>
              <a:t> </a:t>
            </a:r>
            <a:r>
              <a:rPr dirty="0" sz="3200">
                <a:latin typeface="Carlito"/>
                <a:cs typeface="Carlito"/>
              </a:rPr>
              <a:t>the</a:t>
            </a:r>
            <a:r>
              <a:rPr dirty="0" sz="3200" spc="-35">
                <a:latin typeface="Carlito"/>
                <a:cs typeface="Carlito"/>
              </a:rPr>
              <a:t> </a:t>
            </a:r>
            <a:r>
              <a:rPr dirty="0" sz="3200" spc="-60">
                <a:latin typeface="Carlito"/>
                <a:cs typeface="Carlito"/>
              </a:rPr>
              <a:t>Test</a:t>
            </a:r>
            <a:r>
              <a:rPr dirty="0" sz="3200" spc="-40">
                <a:latin typeface="Carlito"/>
                <a:cs typeface="Carlito"/>
              </a:rPr>
              <a:t> </a:t>
            </a:r>
            <a:r>
              <a:rPr dirty="0" sz="3200">
                <a:latin typeface="Carlito"/>
                <a:cs typeface="Carlito"/>
              </a:rPr>
              <a:t>Basis:</a:t>
            </a:r>
            <a:r>
              <a:rPr dirty="0" sz="3200" spc="-60">
                <a:latin typeface="Carlito"/>
                <a:cs typeface="Carlito"/>
              </a:rPr>
              <a:t> </a:t>
            </a:r>
            <a:r>
              <a:rPr dirty="0" sz="3200">
                <a:latin typeface="Carlito"/>
                <a:cs typeface="Carlito"/>
              </a:rPr>
              <a:t>-</a:t>
            </a:r>
            <a:r>
              <a:rPr dirty="0" sz="3200" spc="-40">
                <a:latin typeface="Carlito"/>
                <a:cs typeface="Carlito"/>
              </a:rPr>
              <a:t> </a:t>
            </a:r>
            <a:r>
              <a:rPr dirty="0" sz="3200">
                <a:latin typeface="Carlito"/>
                <a:cs typeface="Carlito"/>
              </a:rPr>
              <a:t>in</a:t>
            </a:r>
            <a:r>
              <a:rPr dirty="0" sz="3200" spc="-40">
                <a:latin typeface="Carlito"/>
                <a:cs typeface="Carlito"/>
              </a:rPr>
              <a:t> </a:t>
            </a:r>
            <a:r>
              <a:rPr dirty="0" sz="3200">
                <a:latin typeface="Carlito"/>
                <a:cs typeface="Carlito"/>
              </a:rPr>
              <a:t>doing</a:t>
            </a:r>
            <a:r>
              <a:rPr dirty="0" sz="3200" spc="-25">
                <a:latin typeface="Carlito"/>
                <a:cs typeface="Carlito"/>
              </a:rPr>
              <a:t> </a:t>
            </a:r>
            <a:r>
              <a:rPr dirty="0" sz="3200">
                <a:latin typeface="Carlito"/>
                <a:cs typeface="Carlito"/>
              </a:rPr>
              <a:t>so</a:t>
            </a:r>
            <a:r>
              <a:rPr dirty="0" sz="3200" spc="-40">
                <a:latin typeface="Carlito"/>
                <a:cs typeface="Carlito"/>
              </a:rPr>
              <a:t> </a:t>
            </a:r>
            <a:r>
              <a:rPr dirty="0" sz="3200" spc="-10">
                <a:latin typeface="Carlito"/>
                <a:cs typeface="Carlito"/>
              </a:rPr>
              <a:t>evaluate testability</a:t>
            </a:r>
            <a:r>
              <a:rPr dirty="0" sz="3200" spc="-45">
                <a:latin typeface="Carlito"/>
                <a:cs typeface="Carlito"/>
              </a:rPr>
              <a:t> </a:t>
            </a:r>
            <a:r>
              <a:rPr dirty="0" sz="3200">
                <a:latin typeface="Carlito"/>
                <a:cs typeface="Carlito"/>
              </a:rPr>
              <a:t>of</a:t>
            </a:r>
            <a:r>
              <a:rPr dirty="0" sz="3200" spc="-70">
                <a:latin typeface="Carlito"/>
                <a:cs typeface="Carlito"/>
              </a:rPr>
              <a:t> </a:t>
            </a:r>
            <a:r>
              <a:rPr dirty="0" sz="3200" spc="-65">
                <a:latin typeface="Carlito"/>
                <a:cs typeface="Carlito"/>
              </a:rPr>
              <a:t>Test</a:t>
            </a:r>
            <a:r>
              <a:rPr dirty="0" sz="3200" spc="-75">
                <a:latin typeface="Carlito"/>
                <a:cs typeface="Carlito"/>
              </a:rPr>
              <a:t> </a:t>
            </a:r>
            <a:r>
              <a:rPr dirty="0" sz="3200">
                <a:latin typeface="Carlito"/>
                <a:cs typeface="Carlito"/>
              </a:rPr>
              <a:t>Basis</a:t>
            </a:r>
            <a:r>
              <a:rPr dirty="0" sz="3200" spc="-80">
                <a:latin typeface="Carlito"/>
                <a:cs typeface="Carlito"/>
              </a:rPr>
              <a:t> </a:t>
            </a:r>
            <a:r>
              <a:rPr dirty="0" sz="3200">
                <a:latin typeface="Carlito"/>
                <a:cs typeface="Carlito"/>
              </a:rPr>
              <a:t>and</a:t>
            </a:r>
            <a:r>
              <a:rPr dirty="0" sz="3200" spc="-55">
                <a:latin typeface="Carlito"/>
                <a:cs typeface="Carlito"/>
              </a:rPr>
              <a:t> </a:t>
            </a:r>
            <a:r>
              <a:rPr dirty="0" sz="3200" spc="-65">
                <a:latin typeface="Carlito"/>
                <a:cs typeface="Carlito"/>
              </a:rPr>
              <a:t>Test</a:t>
            </a:r>
            <a:r>
              <a:rPr dirty="0" sz="3200" spc="-70">
                <a:latin typeface="Carlito"/>
                <a:cs typeface="Carlito"/>
              </a:rPr>
              <a:t> </a:t>
            </a:r>
            <a:r>
              <a:rPr dirty="0" sz="3200" spc="-10">
                <a:latin typeface="Carlito"/>
                <a:cs typeface="Carlito"/>
              </a:rPr>
              <a:t>Objects(s).</a:t>
            </a:r>
            <a:endParaRPr sz="3200">
              <a:latin typeface="Carlito"/>
              <a:cs typeface="Carlito"/>
            </a:endParaRPr>
          </a:p>
          <a:p>
            <a:pPr marL="184785" marR="1099820" indent="-173990">
              <a:lnSpc>
                <a:spcPts val="3460"/>
              </a:lnSpc>
              <a:spcBef>
                <a:spcPts val="785"/>
              </a:spcBef>
              <a:buSzPct val="96875"/>
              <a:buFont typeface="Wingdings"/>
              <a:buChar char=""/>
              <a:tabLst>
                <a:tab pos="184785" algn="l"/>
                <a:tab pos="374650" algn="l"/>
              </a:tabLst>
            </a:pPr>
            <a:r>
              <a:rPr dirty="0" sz="3200">
                <a:latin typeface="Carlito"/>
                <a:cs typeface="Carlito"/>
              </a:rPr>
              <a:t>	</a:t>
            </a:r>
            <a:r>
              <a:rPr dirty="0" sz="3200">
                <a:latin typeface="Carlito"/>
                <a:cs typeface="Carlito"/>
              </a:rPr>
              <a:t>Identify</a:t>
            </a:r>
            <a:r>
              <a:rPr dirty="0" sz="3200" spc="-85">
                <a:latin typeface="Carlito"/>
                <a:cs typeface="Carlito"/>
              </a:rPr>
              <a:t> </a:t>
            </a:r>
            <a:r>
              <a:rPr dirty="0" sz="3200">
                <a:latin typeface="Carlito"/>
                <a:cs typeface="Carlito"/>
              </a:rPr>
              <a:t>and</a:t>
            </a:r>
            <a:r>
              <a:rPr dirty="0" sz="3200" spc="-110">
                <a:latin typeface="Carlito"/>
                <a:cs typeface="Carlito"/>
              </a:rPr>
              <a:t> </a:t>
            </a:r>
            <a:r>
              <a:rPr dirty="0" sz="3200">
                <a:latin typeface="Carlito"/>
                <a:cs typeface="Carlito"/>
              </a:rPr>
              <a:t>prioritize</a:t>
            </a:r>
            <a:r>
              <a:rPr dirty="0" sz="3200" spc="-95">
                <a:latin typeface="Carlito"/>
                <a:cs typeface="Carlito"/>
              </a:rPr>
              <a:t> </a:t>
            </a:r>
            <a:r>
              <a:rPr dirty="0" sz="3200" spc="-65">
                <a:latin typeface="Carlito"/>
                <a:cs typeface="Carlito"/>
              </a:rPr>
              <a:t>Test</a:t>
            </a:r>
            <a:r>
              <a:rPr dirty="0" sz="3200" spc="-110">
                <a:latin typeface="Carlito"/>
                <a:cs typeface="Carlito"/>
              </a:rPr>
              <a:t> </a:t>
            </a:r>
            <a:r>
              <a:rPr dirty="0" sz="3200">
                <a:latin typeface="Carlito"/>
                <a:cs typeface="Carlito"/>
              </a:rPr>
              <a:t>Conditions</a:t>
            </a:r>
            <a:r>
              <a:rPr dirty="0" sz="3200" spc="-85">
                <a:latin typeface="Carlito"/>
                <a:cs typeface="Carlito"/>
              </a:rPr>
              <a:t> </a:t>
            </a:r>
            <a:r>
              <a:rPr dirty="0" sz="3200" spc="-25">
                <a:latin typeface="Carlito"/>
                <a:cs typeface="Carlito"/>
              </a:rPr>
              <a:t>and </a:t>
            </a:r>
            <a:r>
              <a:rPr dirty="0" sz="3200">
                <a:latin typeface="Carlito"/>
                <a:cs typeface="Carlito"/>
              </a:rPr>
              <a:t>associated</a:t>
            </a:r>
            <a:r>
              <a:rPr dirty="0" sz="3200" spc="-105">
                <a:latin typeface="Carlito"/>
                <a:cs typeface="Carlito"/>
              </a:rPr>
              <a:t> </a:t>
            </a:r>
            <a:r>
              <a:rPr dirty="0" sz="3200" spc="-65">
                <a:latin typeface="Carlito"/>
                <a:cs typeface="Carlito"/>
              </a:rPr>
              <a:t>Test</a:t>
            </a:r>
            <a:r>
              <a:rPr dirty="0" sz="3200" spc="-100">
                <a:latin typeface="Carlito"/>
                <a:cs typeface="Carlito"/>
              </a:rPr>
              <a:t> </a:t>
            </a:r>
            <a:r>
              <a:rPr dirty="0" sz="3200" spc="-20">
                <a:latin typeface="Carlito"/>
                <a:cs typeface="Carlito"/>
              </a:rPr>
              <a:t>Data.</a:t>
            </a:r>
            <a:endParaRPr sz="3200">
              <a:latin typeface="Carlito"/>
              <a:cs typeface="Carlito"/>
            </a:endParaRPr>
          </a:p>
          <a:p>
            <a:pPr marL="184785" marR="597535" indent="-173990">
              <a:lnSpc>
                <a:spcPts val="3460"/>
              </a:lnSpc>
              <a:spcBef>
                <a:spcPts val="800"/>
              </a:spcBef>
              <a:buSzPct val="96875"/>
              <a:buFont typeface="Wingdings"/>
              <a:buChar char=""/>
              <a:tabLst>
                <a:tab pos="184785" algn="l"/>
                <a:tab pos="374650" algn="l"/>
                <a:tab pos="7229475" algn="l"/>
              </a:tabLst>
            </a:pPr>
            <a:r>
              <a:rPr dirty="0" sz="3200" spc="-65">
                <a:latin typeface="Carlito"/>
                <a:cs typeface="Carlito"/>
              </a:rPr>
              <a:t>	</a:t>
            </a:r>
            <a:r>
              <a:rPr dirty="0" sz="3200" spc="-65">
                <a:latin typeface="Carlito"/>
                <a:cs typeface="Carlito"/>
              </a:rPr>
              <a:t>Test</a:t>
            </a:r>
            <a:r>
              <a:rPr dirty="0" sz="3200" spc="-110">
                <a:latin typeface="Carlito"/>
                <a:cs typeface="Carlito"/>
              </a:rPr>
              <a:t> </a:t>
            </a:r>
            <a:r>
              <a:rPr dirty="0" sz="3200">
                <a:latin typeface="Carlito"/>
                <a:cs typeface="Carlito"/>
              </a:rPr>
              <a:t>Conditions</a:t>
            </a:r>
            <a:r>
              <a:rPr dirty="0" sz="3200" spc="-75">
                <a:latin typeface="Carlito"/>
                <a:cs typeface="Carlito"/>
              </a:rPr>
              <a:t> </a:t>
            </a:r>
            <a:r>
              <a:rPr dirty="0" sz="3200">
                <a:latin typeface="Carlito"/>
                <a:cs typeface="Carlito"/>
              </a:rPr>
              <a:t>and</a:t>
            </a:r>
            <a:r>
              <a:rPr dirty="0" sz="3200" spc="-90">
                <a:latin typeface="Carlito"/>
                <a:cs typeface="Carlito"/>
              </a:rPr>
              <a:t> </a:t>
            </a:r>
            <a:r>
              <a:rPr dirty="0" sz="3200">
                <a:latin typeface="Carlito"/>
                <a:cs typeface="Carlito"/>
              </a:rPr>
              <a:t>associated</a:t>
            </a:r>
            <a:r>
              <a:rPr dirty="0" sz="3200" spc="-110">
                <a:latin typeface="Carlito"/>
                <a:cs typeface="Carlito"/>
              </a:rPr>
              <a:t> </a:t>
            </a:r>
            <a:r>
              <a:rPr dirty="0" sz="3200" spc="-65">
                <a:latin typeface="Carlito"/>
                <a:cs typeface="Carlito"/>
              </a:rPr>
              <a:t>Test</a:t>
            </a:r>
            <a:r>
              <a:rPr dirty="0" sz="3200" spc="-105">
                <a:latin typeface="Carlito"/>
                <a:cs typeface="Carlito"/>
              </a:rPr>
              <a:t> </a:t>
            </a:r>
            <a:r>
              <a:rPr dirty="0" sz="3200" spc="-20">
                <a:latin typeface="Carlito"/>
                <a:cs typeface="Carlito"/>
              </a:rPr>
              <a:t>Data</a:t>
            </a:r>
            <a:r>
              <a:rPr dirty="0" sz="3200">
                <a:latin typeface="Carlito"/>
                <a:cs typeface="Carlito"/>
              </a:rPr>
              <a:t>	</a:t>
            </a:r>
            <a:r>
              <a:rPr dirty="0" sz="3200" spc="-30">
                <a:latin typeface="Carlito"/>
                <a:cs typeface="Carlito"/>
              </a:rPr>
              <a:t>are </a:t>
            </a:r>
            <a:r>
              <a:rPr dirty="0" sz="3200" spc="-10">
                <a:latin typeface="Carlito"/>
                <a:cs typeface="Carlito"/>
              </a:rPr>
              <a:t>documented</a:t>
            </a:r>
            <a:r>
              <a:rPr dirty="0" sz="3200" spc="-90">
                <a:latin typeface="Carlito"/>
                <a:cs typeface="Carlito"/>
              </a:rPr>
              <a:t> </a:t>
            </a:r>
            <a:r>
              <a:rPr dirty="0" sz="3200">
                <a:latin typeface="Carlito"/>
                <a:cs typeface="Carlito"/>
              </a:rPr>
              <a:t>in</a:t>
            </a:r>
            <a:r>
              <a:rPr dirty="0" sz="3200" spc="-70">
                <a:latin typeface="Carlito"/>
                <a:cs typeface="Carlito"/>
              </a:rPr>
              <a:t> </a:t>
            </a:r>
            <a:r>
              <a:rPr dirty="0" sz="3200">
                <a:latin typeface="Carlito"/>
                <a:cs typeface="Carlito"/>
              </a:rPr>
              <a:t>a</a:t>
            </a:r>
            <a:r>
              <a:rPr dirty="0" sz="3200" spc="-85">
                <a:latin typeface="Carlito"/>
                <a:cs typeface="Carlito"/>
              </a:rPr>
              <a:t> </a:t>
            </a:r>
            <a:r>
              <a:rPr dirty="0" sz="3200" spc="-65">
                <a:latin typeface="Carlito"/>
                <a:cs typeface="Carlito"/>
              </a:rPr>
              <a:t>Test</a:t>
            </a:r>
            <a:r>
              <a:rPr dirty="0" sz="3200" spc="-80">
                <a:latin typeface="Carlito"/>
                <a:cs typeface="Carlito"/>
              </a:rPr>
              <a:t> </a:t>
            </a:r>
            <a:r>
              <a:rPr dirty="0" sz="3200">
                <a:latin typeface="Carlito"/>
                <a:cs typeface="Carlito"/>
              </a:rPr>
              <a:t>Design</a:t>
            </a:r>
            <a:r>
              <a:rPr dirty="0" sz="3200" spc="-80">
                <a:latin typeface="Carlito"/>
                <a:cs typeface="Carlito"/>
              </a:rPr>
              <a:t> </a:t>
            </a:r>
            <a:r>
              <a:rPr dirty="0" sz="3200" spc="-10">
                <a:latin typeface="Carlito"/>
                <a:cs typeface="Carlito"/>
              </a:rPr>
              <a:t>Specification.</a:t>
            </a:r>
            <a:endParaRPr sz="3200">
              <a:latin typeface="Carlito"/>
              <a:cs typeface="Carlito"/>
            </a:endParaRPr>
          </a:p>
          <a:p>
            <a:pPr marL="375285" indent="-363855">
              <a:lnSpc>
                <a:spcPct val="100000"/>
              </a:lnSpc>
              <a:spcBef>
                <a:spcPts val="365"/>
              </a:spcBef>
              <a:buSzPct val="96875"/>
              <a:buFont typeface="Wingdings"/>
              <a:buChar char=""/>
              <a:tabLst>
                <a:tab pos="375285" algn="l"/>
              </a:tabLst>
            </a:pPr>
            <a:r>
              <a:rPr dirty="0" sz="3200">
                <a:latin typeface="Carlito"/>
                <a:cs typeface="Carlito"/>
              </a:rPr>
              <a:t>Design</a:t>
            </a:r>
            <a:r>
              <a:rPr dirty="0" sz="3200" spc="-65">
                <a:latin typeface="Carlito"/>
                <a:cs typeface="Carlito"/>
              </a:rPr>
              <a:t> </a:t>
            </a:r>
            <a:r>
              <a:rPr dirty="0" sz="3200">
                <a:latin typeface="Carlito"/>
                <a:cs typeface="Carlito"/>
              </a:rPr>
              <a:t>and</a:t>
            </a:r>
            <a:r>
              <a:rPr dirty="0" sz="3200" spc="-75">
                <a:latin typeface="Carlito"/>
                <a:cs typeface="Carlito"/>
              </a:rPr>
              <a:t> </a:t>
            </a:r>
            <a:r>
              <a:rPr dirty="0" sz="3200">
                <a:latin typeface="Carlito"/>
                <a:cs typeface="Carlito"/>
              </a:rPr>
              <a:t>prioritize</a:t>
            </a:r>
            <a:r>
              <a:rPr dirty="0" sz="3200" spc="-60">
                <a:latin typeface="Carlito"/>
                <a:cs typeface="Carlito"/>
              </a:rPr>
              <a:t> </a:t>
            </a:r>
            <a:r>
              <a:rPr dirty="0" sz="3200">
                <a:latin typeface="Carlito"/>
                <a:cs typeface="Carlito"/>
              </a:rPr>
              <a:t>the</a:t>
            </a:r>
            <a:r>
              <a:rPr dirty="0" sz="3200" spc="-80">
                <a:latin typeface="Carlito"/>
                <a:cs typeface="Carlito"/>
              </a:rPr>
              <a:t> </a:t>
            </a:r>
            <a:r>
              <a:rPr dirty="0" sz="3200" spc="-60">
                <a:latin typeface="Carlito"/>
                <a:cs typeface="Carlito"/>
              </a:rPr>
              <a:t>Test</a:t>
            </a:r>
            <a:r>
              <a:rPr dirty="0" sz="3200" spc="-75">
                <a:latin typeface="Carlito"/>
                <a:cs typeface="Carlito"/>
              </a:rPr>
              <a:t> </a:t>
            </a:r>
            <a:r>
              <a:rPr dirty="0" sz="3200" spc="-10">
                <a:latin typeface="Carlito"/>
                <a:cs typeface="Carlito"/>
              </a:rPr>
              <a:t>Cases</a:t>
            </a:r>
            <a:endParaRPr sz="3200">
              <a:latin typeface="Carlito"/>
              <a:cs typeface="Carlito"/>
            </a:endParaRPr>
          </a:p>
          <a:p>
            <a:pPr marL="375285" indent="-363855">
              <a:lnSpc>
                <a:spcPct val="100000"/>
              </a:lnSpc>
              <a:spcBef>
                <a:spcPts val="409"/>
              </a:spcBef>
              <a:buSzPct val="96875"/>
              <a:buFont typeface="Wingdings"/>
              <a:buChar char=""/>
              <a:tabLst>
                <a:tab pos="375285" algn="l"/>
              </a:tabLst>
            </a:pPr>
            <a:r>
              <a:rPr dirty="0" sz="3200">
                <a:latin typeface="Carlito"/>
                <a:cs typeface="Carlito"/>
              </a:rPr>
              <a:t>Identify</a:t>
            </a:r>
            <a:r>
              <a:rPr dirty="0" sz="3200" spc="-70">
                <a:latin typeface="Carlito"/>
                <a:cs typeface="Carlito"/>
              </a:rPr>
              <a:t> </a:t>
            </a:r>
            <a:r>
              <a:rPr dirty="0" sz="3200" spc="-65">
                <a:latin typeface="Carlito"/>
                <a:cs typeface="Carlito"/>
              </a:rPr>
              <a:t>Test</a:t>
            </a:r>
            <a:r>
              <a:rPr dirty="0" sz="3200" spc="-100">
                <a:latin typeface="Carlito"/>
                <a:cs typeface="Carlito"/>
              </a:rPr>
              <a:t> </a:t>
            </a:r>
            <a:r>
              <a:rPr dirty="0" sz="3200">
                <a:latin typeface="Carlito"/>
                <a:cs typeface="Carlito"/>
              </a:rPr>
              <a:t>Data</a:t>
            </a:r>
            <a:r>
              <a:rPr dirty="0" sz="3200" spc="-90">
                <a:latin typeface="Carlito"/>
                <a:cs typeface="Carlito"/>
              </a:rPr>
              <a:t> </a:t>
            </a:r>
            <a:r>
              <a:rPr dirty="0" sz="3200">
                <a:latin typeface="Carlito"/>
                <a:cs typeface="Carlito"/>
              </a:rPr>
              <a:t>required</a:t>
            </a:r>
            <a:r>
              <a:rPr dirty="0" sz="3200" spc="-110">
                <a:latin typeface="Carlito"/>
                <a:cs typeface="Carlito"/>
              </a:rPr>
              <a:t> </a:t>
            </a:r>
            <a:r>
              <a:rPr dirty="0" sz="3200">
                <a:latin typeface="Carlito"/>
                <a:cs typeface="Carlito"/>
              </a:rPr>
              <a:t>to</a:t>
            </a:r>
            <a:r>
              <a:rPr dirty="0" sz="3200" spc="-95">
                <a:latin typeface="Carlito"/>
                <a:cs typeface="Carlito"/>
              </a:rPr>
              <a:t> </a:t>
            </a:r>
            <a:r>
              <a:rPr dirty="0" sz="3200">
                <a:latin typeface="Carlito"/>
                <a:cs typeface="Carlito"/>
              </a:rPr>
              <a:t>support</a:t>
            </a:r>
            <a:r>
              <a:rPr dirty="0" sz="3200" spc="-80">
                <a:latin typeface="Carlito"/>
                <a:cs typeface="Carlito"/>
              </a:rPr>
              <a:t> </a:t>
            </a:r>
            <a:r>
              <a:rPr dirty="0" sz="3200" spc="-65">
                <a:latin typeface="Carlito"/>
                <a:cs typeface="Carlito"/>
              </a:rPr>
              <a:t>Test</a:t>
            </a:r>
            <a:r>
              <a:rPr dirty="0" sz="3200" spc="-100">
                <a:latin typeface="Carlito"/>
                <a:cs typeface="Carlito"/>
              </a:rPr>
              <a:t> </a:t>
            </a:r>
            <a:r>
              <a:rPr dirty="0" sz="3200" spc="-10">
                <a:latin typeface="Carlito"/>
                <a:cs typeface="Carlito"/>
              </a:rPr>
              <a:t>Cases</a:t>
            </a:r>
            <a:endParaRPr sz="3200">
              <a:latin typeface="Carlito"/>
              <a:cs typeface="Carlito"/>
            </a:endParaRPr>
          </a:p>
          <a:p>
            <a:pPr marL="375285" indent="-363855">
              <a:lnSpc>
                <a:spcPct val="100000"/>
              </a:lnSpc>
              <a:spcBef>
                <a:spcPts val="420"/>
              </a:spcBef>
              <a:buSzPct val="96875"/>
              <a:buFont typeface="Wingdings"/>
              <a:buChar char=""/>
              <a:tabLst>
                <a:tab pos="375285" algn="l"/>
              </a:tabLst>
            </a:pPr>
            <a:r>
              <a:rPr dirty="0" sz="3200">
                <a:latin typeface="Carlito"/>
                <a:cs typeface="Carlito"/>
              </a:rPr>
              <a:t>Design</a:t>
            </a:r>
            <a:r>
              <a:rPr dirty="0" sz="3200" spc="-75">
                <a:latin typeface="Carlito"/>
                <a:cs typeface="Carlito"/>
              </a:rPr>
              <a:t> </a:t>
            </a:r>
            <a:r>
              <a:rPr dirty="0" sz="3200">
                <a:latin typeface="Carlito"/>
                <a:cs typeface="Carlito"/>
              </a:rPr>
              <a:t>the</a:t>
            </a:r>
            <a:r>
              <a:rPr dirty="0" sz="3200" spc="-90">
                <a:latin typeface="Carlito"/>
                <a:cs typeface="Carlito"/>
              </a:rPr>
              <a:t> </a:t>
            </a:r>
            <a:r>
              <a:rPr dirty="0" sz="3200">
                <a:latin typeface="Carlito"/>
                <a:cs typeface="Carlito"/>
              </a:rPr>
              <a:t>test</a:t>
            </a:r>
            <a:r>
              <a:rPr dirty="0" sz="3200" spc="-85">
                <a:latin typeface="Carlito"/>
                <a:cs typeface="Carlito"/>
              </a:rPr>
              <a:t> </a:t>
            </a:r>
            <a:r>
              <a:rPr dirty="0" sz="3200" spc="-10">
                <a:latin typeface="Carlito"/>
                <a:cs typeface="Carlito"/>
              </a:rPr>
              <a:t>environment</a:t>
            </a:r>
            <a:r>
              <a:rPr dirty="0" sz="3200" spc="-85">
                <a:latin typeface="Carlito"/>
                <a:cs typeface="Carlito"/>
              </a:rPr>
              <a:t> </a:t>
            </a:r>
            <a:r>
              <a:rPr dirty="0" sz="3200" spc="-20">
                <a:latin typeface="Carlito"/>
                <a:cs typeface="Carlito"/>
              </a:rPr>
              <a:t>set-</a:t>
            </a:r>
            <a:r>
              <a:rPr dirty="0" sz="3200" spc="-25">
                <a:latin typeface="Carlito"/>
                <a:cs typeface="Carlito"/>
              </a:rPr>
              <a:t>up</a:t>
            </a:r>
            <a:endParaRPr sz="3200">
              <a:latin typeface="Carlito"/>
              <a:cs typeface="Carlito"/>
            </a:endParaRPr>
          </a:p>
          <a:p>
            <a:pPr marL="374650" indent="-363855">
              <a:lnSpc>
                <a:spcPct val="100000"/>
              </a:lnSpc>
              <a:spcBef>
                <a:spcPts val="420"/>
              </a:spcBef>
              <a:buSzPct val="96875"/>
              <a:buFont typeface="Wingdings"/>
              <a:buChar char=""/>
              <a:tabLst>
                <a:tab pos="374650" algn="l"/>
              </a:tabLst>
            </a:pPr>
            <a:r>
              <a:rPr dirty="0" sz="3200">
                <a:latin typeface="Carlito"/>
                <a:cs typeface="Carlito"/>
              </a:rPr>
              <a:t>Identify</a:t>
            </a:r>
            <a:r>
              <a:rPr dirty="0" sz="3200" spc="-70">
                <a:latin typeface="Carlito"/>
                <a:cs typeface="Carlito"/>
              </a:rPr>
              <a:t> </a:t>
            </a:r>
            <a:r>
              <a:rPr dirty="0" sz="3200">
                <a:latin typeface="Carlito"/>
                <a:cs typeface="Carlito"/>
              </a:rPr>
              <a:t>any</a:t>
            </a:r>
            <a:r>
              <a:rPr dirty="0" sz="3200" spc="-95">
                <a:latin typeface="Carlito"/>
                <a:cs typeface="Carlito"/>
              </a:rPr>
              <a:t> </a:t>
            </a:r>
            <a:r>
              <a:rPr dirty="0" sz="3200">
                <a:latin typeface="Carlito"/>
                <a:cs typeface="Carlito"/>
              </a:rPr>
              <a:t>required</a:t>
            </a:r>
            <a:r>
              <a:rPr dirty="0" sz="3200" spc="-110">
                <a:latin typeface="Carlito"/>
                <a:cs typeface="Carlito"/>
              </a:rPr>
              <a:t> </a:t>
            </a:r>
            <a:r>
              <a:rPr dirty="0" sz="3200" spc="-10">
                <a:latin typeface="Carlito"/>
                <a:cs typeface="Carlito"/>
              </a:rPr>
              <a:t>infrastructure</a:t>
            </a:r>
            <a:r>
              <a:rPr dirty="0" sz="3200" spc="-80">
                <a:latin typeface="Carlito"/>
                <a:cs typeface="Carlito"/>
              </a:rPr>
              <a:t> </a:t>
            </a:r>
            <a:r>
              <a:rPr dirty="0" sz="3200">
                <a:latin typeface="Carlito"/>
                <a:cs typeface="Carlito"/>
              </a:rPr>
              <a:t>and</a:t>
            </a:r>
            <a:r>
              <a:rPr dirty="0" sz="3200" spc="-85">
                <a:latin typeface="Carlito"/>
                <a:cs typeface="Carlito"/>
              </a:rPr>
              <a:t> </a:t>
            </a:r>
            <a:r>
              <a:rPr dirty="0" sz="3200" spc="-10">
                <a:latin typeface="Carlito"/>
                <a:cs typeface="Carlito"/>
              </a:rPr>
              <a:t>tools</a:t>
            </a:r>
            <a:endParaRPr sz="3200">
              <a:latin typeface="Carlito"/>
              <a:cs typeface="Carlito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168140" y="943355"/>
            <a:ext cx="4387850" cy="367665"/>
          </a:xfrm>
          <a:prstGeom prst="rect">
            <a:avLst/>
          </a:prstGeom>
          <a:solidFill>
            <a:srgbClr val="FFE699"/>
          </a:solidFill>
        </p:spPr>
        <p:txBody>
          <a:bodyPr wrap="square" lIns="0" tIns="39370" rIns="0" bIns="0" rtlCol="0" vert="horz">
            <a:spAutoFit/>
          </a:bodyPr>
          <a:lstStyle/>
          <a:p>
            <a:pPr marL="92710">
              <a:lnSpc>
                <a:spcPct val="100000"/>
              </a:lnSpc>
              <a:spcBef>
                <a:spcPts val="310"/>
              </a:spcBef>
            </a:pPr>
            <a:r>
              <a:rPr dirty="0" sz="1800" b="1" i="1">
                <a:latin typeface="Arial"/>
                <a:cs typeface="Arial"/>
              </a:rPr>
              <a:t>“Analysis</a:t>
            </a:r>
            <a:r>
              <a:rPr dirty="0" sz="1800" spc="-30" b="1" i="1">
                <a:latin typeface="Arial"/>
                <a:cs typeface="Arial"/>
              </a:rPr>
              <a:t> </a:t>
            </a:r>
            <a:r>
              <a:rPr dirty="0" sz="1800" b="1" i="1">
                <a:latin typeface="Arial"/>
                <a:cs typeface="Arial"/>
              </a:rPr>
              <a:t>gain</a:t>
            </a:r>
            <a:r>
              <a:rPr dirty="0" sz="1800" spc="-25" b="1" i="1">
                <a:latin typeface="Arial"/>
                <a:cs typeface="Arial"/>
              </a:rPr>
              <a:t> </a:t>
            </a:r>
            <a:r>
              <a:rPr dirty="0" sz="1800" b="1" i="1">
                <a:latin typeface="Arial"/>
                <a:cs typeface="Arial"/>
              </a:rPr>
              <a:t>better</a:t>
            </a:r>
            <a:r>
              <a:rPr dirty="0" sz="1800" spc="-25" b="1" i="1">
                <a:latin typeface="Arial"/>
                <a:cs typeface="Arial"/>
              </a:rPr>
              <a:t> </a:t>
            </a:r>
            <a:r>
              <a:rPr dirty="0" sz="1800" spc="-10" b="1" i="1">
                <a:latin typeface="Arial"/>
                <a:cs typeface="Arial"/>
              </a:rPr>
              <a:t>understanding”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75"/>
              <a:t>Implementation</a:t>
            </a:r>
            <a:r>
              <a:rPr dirty="0" spc="-140"/>
              <a:t> </a:t>
            </a:r>
            <a:r>
              <a:rPr dirty="0" spc="-20"/>
              <a:t>and</a:t>
            </a:r>
            <a:r>
              <a:rPr dirty="0" spc="-125"/>
              <a:t> </a:t>
            </a:r>
            <a:r>
              <a:rPr dirty="0" spc="-35"/>
              <a:t>Execution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77164" y="1269872"/>
            <a:ext cx="445579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75285" indent="-363855">
              <a:lnSpc>
                <a:spcPct val="100000"/>
              </a:lnSpc>
              <a:spcBef>
                <a:spcPts val="105"/>
              </a:spcBef>
              <a:buSzPct val="96875"/>
              <a:buFont typeface="Wingdings"/>
              <a:buChar char=""/>
              <a:tabLst>
                <a:tab pos="375285" algn="l"/>
              </a:tabLst>
            </a:pPr>
            <a:r>
              <a:rPr dirty="0" sz="3200">
                <a:latin typeface="Carlito"/>
                <a:cs typeface="Carlito"/>
              </a:rPr>
              <a:t>Develop,</a:t>
            </a:r>
            <a:r>
              <a:rPr dirty="0" sz="3200" spc="-85">
                <a:latin typeface="Carlito"/>
                <a:cs typeface="Carlito"/>
              </a:rPr>
              <a:t> </a:t>
            </a:r>
            <a:r>
              <a:rPr dirty="0" sz="3200" spc="-10">
                <a:latin typeface="Carlito"/>
                <a:cs typeface="Carlito"/>
              </a:rPr>
              <a:t>implement</a:t>
            </a:r>
            <a:r>
              <a:rPr dirty="0" sz="3200" spc="-70">
                <a:latin typeface="Carlito"/>
                <a:cs typeface="Carlito"/>
              </a:rPr>
              <a:t> </a:t>
            </a:r>
            <a:r>
              <a:rPr dirty="0" sz="3200" spc="-25">
                <a:latin typeface="Carlito"/>
                <a:cs typeface="Carlito"/>
              </a:rPr>
              <a:t>and</a:t>
            </a:r>
            <a:endParaRPr sz="3200">
              <a:latin typeface="Carlito"/>
              <a:cs typeface="Carlito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49376" y="1709166"/>
            <a:ext cx="307911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latin typeface="Carlito"/>
                <a:cs typeface="Carlito"/>
              </a:rPr>
              <a:t>priorities</a:t>
            </a:r>
            <a:r>
              <a:rPr dirty="0" sz="3200" spc="-70">
                <a:latin typeface="Carlito"/>
                <a:cs typeface="Carlito"/>
              </a:rPr>
              <a:t> </a:t>
            </a:r>
            <a:r>
              <a:rPr dirty="0" sz="3200" spc="-65">
                <a:latin typeface="Carlito"/>
                <a:cs typeface="Carlito"/>
              </a:rPr>
              <a:t>Test</a:t>
            </a:r>
            <a:r>
              <a:rPr dirty="0" sz="3200" spc="-75">
                <a:latin typeface="Carlito"/>
                <a:cs typeface="Carlito"/>
              </a:rPr>
              <a:t> </a:t>
            </a:r>
            <a:r>
              <a:rPr dirty="0" sz="3200" spc="-20">
                <a:latin typeface="Carlito"/>
                <a:cs typeface="Carlito"/>
              </a:rPr>
              <a:t>case</a:t>
            </a:r>
            <a:endParaRPr sz="3200">
              <a:latin typeface="Carlito"/>
              <a:cs typeface="Carlito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77164" y="2196275"/>
            <a:ext cx="5103495" cy="3505200"/>
          </a:xfrm>
          <a:prstGeom prst="rect">
            <a:avLst/>
          </a:prstGeom>
        </p:spPr>
        <p:txBody>
          <a:bodyPr wrap="square" lIns="0" tIns="65405" rIns="0" bIns="0" rtlCol="0" vert="horz">
            <a:spAutoFit/>
          </a:bodyPr>
          <a:lstStyle/>
          <a:p>
            <a:pPr marL="375285" indent="-363855">
              <a:lnSpc>
                <a:spcPct val="100000"/>
              </a:lnSpc>
              <a:spcBef>
                <a:spcPts val="515"/>
              </a:spcBef>
              <a:buSzPct val="96875"/>
              <a:buFont typeface="Wingdings"/>
              <a:buChar char=""/>
              <a:tabLst>
                <a:tab pos="375285" algn="l"/>
              </a:tabLst>
            </a:pPr>
            <a:r>
              <a:rPr dirty="0" sz="3200">
                <a:latin typeface="Carlito"/>
                <a:cs typeface="Carlito"/>
              </a:rPr>
              <a:t>Create</a:t>
            </a:r>
            <a:r>
              <a:rPr dirty="0" sz="3200" spc="-95">
                <a:latin typeface="Carlito"/>
                <a:cs typeface="Carlito"/>
              </a:rPr>
              <a:t> </a:t>
            </a:r>
            <a:r>
              <a:rPr dirty="0" sz="3200">
                <a:latin typeface="Carlito"/>
                <a:cs typeface="Carlito"/>
              </a:rPr>
              <a:t>the</a:t>
            </a:r>
            <a:r>
              <a:rPr dirty="0" sz="3200" spc="-75">
                <a:latin typeface="Carlito"/>
                <a:cs typeface="Carlito"/>
              </a:rPr>
              <a:t> </a:t>
            </a:r>
            <a:r>
              <a:rPr dirty="0" sz="3200" spc="-60">
                <a:latin typeface="Carlito"/>
                <a:cs typeface="Carlito"/>
              </a:rPr>
              <a:t>Test</a:t>
            </a:r>
            <a:r>
              <a:rPr dirty="0" sz="3200" spc="-80">
                <a:latin typeface="Carlito"/>
                <a:cs typeface="Carlito"/>
              </a:rPr>
              <a:t> </a:t>
            </a:r>
            <a:r>
              <a:rPr dirty="0" sz="3200" spc="-10">
                <a:latin typeface="Carlito"/>
                <a:cs typeface="Carlito"/>
              </a:rPr>
              <a:t>Scripts</a:t>
            </a:r>
            <a:endParaRPr sz="3200">
              <a:latin typeface="Carlito"/>
              <a:cs typeface="Carlito"/>
            </a:endParaRPr>
          </a:p>
          <a:p>
            <a:pPr marL="374650" indent="-363855">
              <a:lnSpc>
                <a:spcPct val="100000"/>
              </a:lnSpc>
              <a:spcBef>
                <a:spcPts val="420"/>
              </a:spcBef>
              <a:buSzPct val="96875"/>
              <a:buFont typeface="Wingdings"/>
              <a:buChar char=""/>
              <a:tabLst>
                <a:tab pos="374650" algn="l"/>
              </a:tabLst>
            </a:pPr>
            <a:r>
              <a:rPr dirty="0" sz="3200">
                <a:latin typeface="Carlito"/>
                <a:cs typeface="Carlito"/>
              </a:rPr>
              <a:t>Create</a:t>
            </a:r>
            <a:r>
              <a:rPr dirty="0" sz="3200" spc="-135">
                <a:latin typeface="Carlito"/>
                <a:cs typeface="Carlito"/>
              </a:rPr>
              <a:t> </a:t>
            </a:r>
            <a:r>
              <a:rPr dirty="0" sz="3200">
                <a:latin typeface="Carlito"/>
                <a:cs typeface="Carlito"/>
              </a:rPr>
              <a:t>test</a:t>
            </a:r>
            <a:r>
              <a:rPr dirty="0" sz="3200" spc="-120">
                <a:latin typeface="Carlito"/>
                <a:cs typeface="Carlito"/>
              </a:rPr>
              <a:t> </a:t>
            </a:r>
            <a:r>
              <a:rPr dirty="0" sz="3200" spc="-20">
                <a:latin typeface="Carlito"/>
                <a:cs typeface="Carlito"/>
              </a:rPr>
              <a:t>data</a:t>
            </a:r>
            <a:endParaRPr sz="3200">
              <a:latin typeface="Carlito"/>
              <a:cs typeface="Carlito"/>
            </a:endParaRPr>
          </a:p>
          <a:p>
            <a:pPr marL="375285" indent="-363855">
              <a:lnSpc>
                <a:spcPct val="100000"/>
              </a:lnSpc>
              <a:spcBef>
                <a:spcPts val="420"/>
              </a:spcBef>
              <a:buSzPct val="96875"/>
              <a:buFont typeface="Wingdings"/>
              <a:buChar char=""/>
              <a:tabLst>
                <a:tab pos="375285" algn="l"/>
              </a:tabLst>
            </a:pPr>
            <a:r>
              <a:rPr dirty="0" sz="3200">
                <a:latin typeface="Carlito"/>
                <a:cs typeface="Carlito"/>
              </a:rPr>
              <a:t>Write</a:t>
            </a:r>
            <a:r>
              <a:rPr dirty="0" sz="3200" spc="-130">
                <a:latin typeface="Carlito"/>
                <a:cs typeface="Carlito"/>
              </a:rPr>
              <a:t> </a:t>
            </a:r>
            <a:r>
              <a:rPr dirty="0" sz="3200" spc="-10">
                <a:latin typeface="Carlito"/>
                <a:cs typeface="Carlito"/>
              </a:rPr>
              <a:t>automated</a:t>
            </a:r>
            <a:r>
              <a:rPr dirty="0" sz="3200" spc="-100">
                <a:latin typeface="Carlito"/>
                <a:cs typeface="Carlito"/>
              </a:rPr>
              <a:t> </a:t>
            </a:r>
            <a:r>
              <a:rPr dirty="0" sz="3200">
                <a:latin typeface="Carlito"/>
                <a:cs typeface="Carlito"/>
              </a:rPr>
              <a:t>test</a:t>
            </a:r>
            <a:r>
              <a:rPr dirty="0" sz="3200" spc="-125">
                <a:latin typeface="Carlito"/>
                <a:cs typeface="Carlito"/>
              </a:rPr>
              <a:t> </a:t>
            </a:r>
            <a:r>
              <a:rPr dirty="0" sz="3200" spc="-10">
                <a:latin typeface="Carlito"/>
                <a:cs typeface="Carlito"/>
              </a:rPr>
              <a:t>scripts</a:t>
            </a:r>
            <a:endParaRPr sz="3200">
              <a:latin typeface="Carlito"/>
              <a:cs typeface="Carlito"/>
            </a:endParaRPr>
          </a:p>
          <a:p>
            <a:pPr marL="184785" marR="97790" indent="-173990">
              <a:lnSpc>
                <a:spcPct val="90000"/>
              </a:lnSpc>
              <a:spcBef>
                <a:spcPts val="795"/>
              </a:spcBef>
              <a:buSzPct val="96875"/>
              <a:buFont typeface="Wingdings"/>
              <a:buChar char=""/>
              <a:tabLst>
                <a:tab pos="184785" algn="l"/>
                <a:tab pos="374650" algn="l"/>
              </a:tabLst>
            </a:pPr>
            <a:r>
              <a:rPr dirty="0" sz="3200">
                <a:latin typeface="Carlito"/>
                <a:cs typeface="Carlito"/>
              </a:rPr>
              <a:t>	</a:t>
            </a:r>
            <a:r>
              <a:rPr dirty="0" sz="3200">
                <a:latin typeface="Carlito"/>
                <a:cs typeface="Carlito"/>
              </a:rPr>
              <a:t>Check</a:t>
            </a:r>
            <a:r>
              <a:rPr dirty="0" sz="3200" spc="-30">
                <a:latin typeface="Carlito"/>
                <a:cs typeface="Carlito"/>
              </a:rPr>
              <a:t> </a:t>
            </a:r>
            <a:r>
              <a:rPr dirty="0" sz="3200">
                <a:latin typeface="Carlito"/>
                <a:cs typeface="Carlito"/>
              </a:rPr>
              <a:t>the</a:t>
            </a:r>
            <a:r>
              <a:rPr dirty="0" sz="3200" spc="-25">
                <a:latin typeface="Carlito"/>
                <a:cs typeface="Carlito"/>
              </a:rPr>
              <a:t> </a:t>
            </a:r>
            <a:r>
              <a:rPr dirty="0" sz="3200" spc="-20">
                <a:latin typeface="Carlito"/>
                <a:cs typeface="Carlito"/>
              </a:rPr>
              <a:t>environment</a:t>
            </a:r>
            <a:r>
              <a:rPr dirty="0" sz="3200" spc="-50">
                <a:latin typeface="Carlito"/>
                <a:cs typeface="Carlito"/>
              </a:rPr>
              <a:t> – </a:t>
            </a:r>
            <a:r>
              <a:rPr dirty="0" sz="3200">
                <a:latin typeface="Carlito"/>
                <a:cs typeface="Carlito"/>
              </a:rPr>
              <a:t>Verify</a:t>
            </a:r>
            <a:r>
              <a:rPr dirty="0" sz="3200" spc="-90">
                <a:latin typeface="Carlito"/>
                <a:cs typeface="Carlito"/>
              </a:rPr>
              <a:t> </a:t>
            </a:r>
            <a:r>
              <a:rPr dirty="0" sz="3200">
                <a:latin typeface="Carlito"/>
                <a:cs typeface="Carlito"/>
              </a:rPr>
              <a:t>that</a:t>
            </a:r>
            <a:r>
              <a:rPr dirty="0" sz="3200" spc="-85">
                <a:latin typeface="Carlito"/>
                <a:cs typeface="Carlito"/>
              </a:rPr>
              <a:t> </a:t>
            </a:r>
            <a:r>
              <a:rPr dirty="0" sz="3200">
                <a:latin typeface="Carlito"/>
                <a:cs typeface="Carlito"/>
              </a:rPr>
              <a:t>the</a:t>
            </a:r>
            <a:r>
              <a:rPr dirty="0" sz="3200" spc="-95">
                <a:latin typeface="Carlito"/>
                <a:cs typeface="Carlito"/>
              </a:rPr>
              <a:t> </a:t>
            </a:r>
            <a:r>
              <a:rPr dirty="0" sz="3200" spc="-20">
                <a:latin typeface="Carlito"/>
                <a:cs typeface="Carlito"/>
              </a:rPr>
              <a:t>test environment</a:t>
            </a:r>
            <a:r>
              <a:rPr dirty="0" sz="3200" spc="-45">
                <a:latin typeface="Carlito"/>
                <a:cs typeface="Carlito"/>
              </a:rPr>
              <a:t> </a:t>
            </a:r>
            <a:r>
              <a:rPr dirty="0" sz="3200">
                <a:latin typeface="Carlito"/>
                <a:cs typeface="Carlito"/>
              </a:rPr>
              <a:t>has</a:t>
            </a:r>
            <a:r>
              <a:rPr dirty="0" sz="3200" spc="-35">
                <a:latin typeface="Carlito"/>
                <a:cs typeface="Carlito"/>
              </a:rPr>
              <a:t> </a:t>
            </a:r>
            <a:r>
              <a:rPr dirty="0" sz="3200">
                <a:latin typeface="Carlito"/>
                <a:cs typeface="Carlito"/>
              </a:rPr>
              <a:t>been</a:t>
            </a:r>
            <a:r>
              <a:rPr dirty="0" sz="3200" spc="-50">
                <a:latin typeface="Carlito"/>
                <a:cs typeface="Carlito"/>
              </a:rPr>
              <a:t> </a:t>
            </a:r>
            <a:r>
              <a:rPr dirty="0" sz="3200">
                <a:latin typeface="Carlito"/>
                <a:cs typeface="Carlito"/>
              </a:rPr>
              <a:t>set</a:t>
            </a:r>
            <a:r>
              <a:rPr dirty="0" sz="3200" spc="-40">
                <a:latin typeface="Carlito"/>
                <a:cs typeface="Carlito"/>
              </a:rPr>
              <a:t> </a:t>
            </a:r>
            <a:r>
              <a:rPr dirty="0" sz="3200" spc="-25">
                <a:latin typeface="Carlito"/>
                <a:cs typeface="Carlito"/>
              </a:rPr>
              <a:t>up </a:t>
            </a:r>
            <a:r>
              <a:rPr dirty="0" sz="3200" spc="-10">
                <a:latin typeface="Carlito"/>
                <a:cs typeface="Carlito"/>
              </a:rPr>
              <a:t>correctly</a:t>
            </a:r>
            <a:endParaRPr sz="3200">
              <a:latin typeface="Carlito"/>
              <a:cs typeface="Carlito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86984" y="2421635"/>
            <a:ext cx="3282696" cy="2442972"/>
          </a:xfrm>
          <a:prstGeom prst="rect">
            <a:avLst/>
          </a:prstGeom>
        </p:spPr>
      </p:pic>
      <p:sp>
        <p:nvSpPr>
          <p:cNvPr id="7" name="object 7" descr=""/>
          <p:cNvSpPr txBox="1"/>
          <p:nvPr/>
        </p:nvSpPr>
        <p:spPr>
          <a:xfrm>
            <a:off x="4183379" y="1839467"/>
            <a:ext cx="4660900" cy="370840"/>
          </a:xfrm>
          <a:prstGeom prst="rect">
            <a:avLst/>
          </a:prstGeom>
          <a:solidFill>
            <a:srgbClr val="FFE699"/>
          </a:solidFill>
        </p:spPr>
        <p:txBody>
          <a:bodyPr wrap="square" lIns="0" tIns="40005" rIns="0" bIns="0" rtlCol="0" vert="horz">
            <a:spAutoFit/>
          </a:bodyPr>
          <a:lstStyle/>
          <a:p>
            <a:pPr marL="91440">
              <a:lnSpc>
                <a:spcPct val="100000"/>
              </a:lnSpc>
              <a:spcBef>
                <a:spcPts val="315"/>
              </a:spcBef>
            </a:pPr>
            <a:r>
              <a:rPr dirty="0" sz="1800" b="1" i="1">
                <a:latin typeface="Arial"/>
                <a:cs typeface="Arial"/>
              </a:rPr>
              <a:t>“Ideas</a:t>
            </a:r>
            <a:r>
              <a:rPr dirty="0" sz="1800" spc="-60" b="1" i="1">
                <a:latin typeface="Arial"/>
                <a:cs typeface="Arial"/>
              </a:rPr>
              <a:t> </a:t>
            </a:r>
            <a:r>
              <a:rPr dirty="0" sz="1800" b="1" i="1">
                <a:latin typeface="Arial"/>
                <a:cs typeface="Arial"/>
              </a:rPr>
              <a:t>are</a:t>
            </a:r>
            <a:r>
              <a:rPr dirty="0" sz="1800" spc="-45" b="1" i="1">
                <a:latin typeface="Arial"/>
                <a:cs typeface="Arial"/>
              </a:rPr>
              <a:t> </a:t>
            </a:r>
            <a:r>
              <a:rPr dirty="0" sz="1800" b="1" i="1">
                <a:latin typeface="Arial"/>
                <a:cs typeface="Arial"/>
              </a:rPr>
              <a:t>Easy.</a:t>
            </a:r>
            <a:r>
              <a:rPr dirty="0" sz="1800" spc="-40" b="1" i="1">
                <a:latin typeface="Arial"/>
                <a:cs typeface="Arial"/>
              </a:rPr>
              <a:t> </a:t>
            </a:r>
            <a:r>
              <a:rPr dirty="0" sz="1800" b="1" i="1">
                <a:latin typeface="Arial"/>
                <a:cs typeface="Arial"/>
              </a:rPr>
              <a:t>Implementation</a:t>
            </a:r>
            <a:r>
              <a:rPr dirty="0" sz="1800" spc="-60" b="1" i="1">
                <a:latin typeface="Arial"/>
                <a:cs typeface="Arial"/>
              </a:rPr>
              <a:t> </a:t>
            </a:r>
            <a:r>
              <a:rPr dirty="0" sz="1800" b="1" i="1">
                <a:latin typeface="Arial"/>
                <a:cs typeface="Arial"/>
              </a:rPr>
              <a:t>is</a:t>
            </a:r>
            <a:r>
              <a:rPr dirty="0" sz="1800" spc="-45" b="1" i="1">
                <a:latin typeface="Arial"/>
                <a:cs typeface="Arial"/>
              </a:rPr>
              <a:t> </a:t>
            </a:r>
            <a:r>
              <a:rPr dirty="0" sz="1800" spc="-10" b="1" i="1">
                <a:latin typeface="Arial"/>
                <a:cs typeface="Arial"/>
              </a:rPr>
              <a:t>hard”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80"/>
              <a:t>Evaluating</a:t>
            </a:r>
            <a:r>
              <a:rPr dirty="0" spc="-130"/>
              <a:t> </a:t>
            </a:r>
            <a:r>
              <a:rPr dirty="0" spc="-50"/>
              <a:t>exit</a:t>
            </a:r>
            <a:r>
              <a:rPr dirty="0" spc="-125"/>
              <a:t> </a:t>
            </a:r>
            <a:r>
              <a:rPr dirty="0" spc="-45"/>
              <a:t>criteria</a:t>
            </a:r>
            <a:r>
              <a:rPr dirty="0" spc="-145"/>
              <a:t> </a:t>
            </a:r>
            <a:r>
              <a:rPr dirty="0" spc="-20"/>
              <a:t>and</a:t>
            </a:r>
            <a:r>
              <a:rPr dirty="0" spc="-130"/>
              <a:t> </a:t>
            </a:r>
            <a:r>
              <a:rPr dirty="0" spc="-20"/>
              <a:t>reporting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77164" y="1736597"/>
            <a:ext cx="8726170" cy="4182745"/>
          </a:xfrm>
          <a:prstGeom prst="rect">
            <a:avLst/>
          </a:prstGeom>
        </p:spPr>
        <p:txBody>
          <a:bodyPr wrap="square" lIns="0" tIns="64135" rIns="0" bIns="0" rtlCol="0" vert="horz">
            <a:spAutoFit/>
          </a:bodyPr>
          <a:lstStyle/>
          <a:p>
            <a:pPr marL="184785" marR="469265" indent="-174625">
              <a:lnSpc>
                <a:spcPts val="3240"/>
              </a:lnSpc>
              <a:spcBef>
                <a:spcPts val="505"/>
              </a:spcBef>
              <a:buSzPct val="96666"/>
              <a:buFont typeface="Wingdings"/>
              <a:buChar char=""/>
              <a:tabLst>
                <a:tab pos="184785" algn="l"/>
                <a:tab pos="351155" algn="l"/>
              </a:tabLst>
            </a:pPr>
            <a:r>
              <a:rPr dirty="0" sz="3000">
                <a:latin typeface="Carlito"/>
                <a:cs typeface="Carlito"/>
              </a:rPr>
              <a:t>	</a:t>
            </a:r>
            <a:r>
              <a:rPr dirty="0" sz="3000">
                <a:latin typeface="Carlito"/>
                <a:cs typeface="Carlito"/>
              </a:rPr>
              <a:t>Evaluating</a:t>
            </a:r>
            <a:r>
              <a:rPr dirty="0" sz="3000" spc="-75">
                <a:latin typeface="Carlito"/>
                <a:cs typeface="Carlito"/>
              </a:rPr>
              <a:t> </a:t>
            </a:r>
            <a:r>
              <a:rPr dirty="0" sz="3000">
                <a:latin typeface="Carlito"/>
                <a:cs typeface="Carlito"/>
              </a:rPr>
              <a:t>exit</a:t>
            </a:r>
            <a:r>
              <a:rPr dirty="0" sz="3000" spc="-60">
                <a:latin typeface="Carlito"/>
                <a:cs typeface="Carlito"/>
              </a:rPr>
              <a:t> </a:t>
            </a:r>
            <a:r>
              <a:rPr dirty="0" sz="3000">
                <a:latin typeface="Carlito"/>
                <a:cs typeface="Carlito"/>
              </a:rPr>
              <a:t>criteria</a:t>
            </a:r>
            <a:r>
              <a:rPr dirty="0" sz="3000" spc="-60">
                <a:latin typeface="Carlito"/>
                <a:cs typeface="Carlito"/>
              </a:rPr>
              <a:t> </a:t>
            </a:r>
            <a:r>
              <a:rPr dirty="0" sz="3000">
                <a:latin typeface="Carlito"/>
                <a:cs typeface="Carlito"/>
              </a:rPr>
              <a:t>is</a:t>
            </a:r>
            <a:r>
              <a:rPr dirty="0" sz="3000" spc="-60">
                <a:latin typeface="Carlito"/>
                <a:cs typeface="Carlito"/>
              </a:rPr>
              <a:t> </a:t>
            </a:r>
            <a:r>
              <a:rPr dirty="0" sz="3000">
                <a:latin typeface="Carlito"/>
                <a:cs typeface="Carlito"/>
              </a:rPr>
              <a:t>the</a:t>
            </a:r>
            <a:r>
              <a:rPr dirty="0" sz="3000" spc="-60">
                <a:latin typeface="Carlito"/>
                <a:cs typeface="Carlito"/>
              </a:rPr>
              <a:t> </a:t>
            </a:r>
            <a:r>
              <a:rPr dirty="0" sz="3000">
                <a:latin typeface="Carlito"/>
                <a:cs typeface="Carlito"/>
              </a:rPr>
              <a:t>activity</a:t>
            </a:r>
            <a:r>
              <a:rPr dirty="0" sz="3000" spc="-90">
                <a:latin typeface="Carlito"/>
                <a:cs typeface="Carlito"/>
              </a:rPr>
              <a:t> </a:t>
            </a:r>
            <a:r>
              <a:rPr dirty="0" sz="3000">
                <a:latin typeface="Carlito"/>
                <a:cs typeface="Carlito"/>
              </a:rPr>
              <a:t>where</a:t>
            </a:r>
            <a:r>
              <a:rPr dirty="0" sz="3000" spc="-60">
                <a:latin typeface="Carlito"/>
                <a:cs typeface="Carlito"/>
              </a:rPr>
              <a:t> </a:t>
            </a:r>
            <a:r>
              <a:rPr dirty="0" sz="3000" spc="-20">
                <a:latin typeface="Carlito"/>
                <a:cs typeface="Carlito"/>
              </a:rPr>
              <a:t>test </a:t>
            </a:r>
            <a:r>
              <a:rPr dirty="0" sz="3000" spc="-10">
                <a:latin typeface="Carlito"/>
                <a:cs typeface="Carlito"/>
              </a:rPr>
              <a:t>execution</a:t>
            </a:r>
            <a:r>
              <a:rPr dirty="0" sz="3000" spc="-70">
                <a:latin typeface="Carlito"/>
                <a:cs typeface="Carlito"/>
              </a:rPr>
              <a:t> </a:t>
            </a:r>
            <a:r>
              <a:rPr dirty="0" sz="3000">
                <a:latin typeface="Carlito"/>
                <a:cs typeface="Carlito"/>
              </a:rPr>
              <a:t>is</a:t>
            </a:r>
            <a:r>
              <a:rPr dirty="0" sz="3000" spc="-70">
                <a:latin typeface="Carlito"/>
                <a:cs typeface="Carlito"/>
              </a:rPr>
              <a:t> </a:t>
            </a:r>
            <a:r>
              <a:rPr dirty="0" sz="3000">
                <a:latin typeface="Carlito"/>
                <a:cs typeface="Carlito"/>
              </a:rPr>
              <a:t>assessed</a:t>
            </a:r>
            <a:r>
              <a:rPr dirty="0" sz="3000" spc="-75">
                <a:latin typeface="Carlito"/>
                <a:cs typeface="Carlito"/>
              </a:rPr>
              <a:t> </a:t>
            </a:r>
            <a:r>
              <a:rPr dirty="0" sz="3000">
                <a:latin typeface="Carlito"/>
                <a:cs typeface="Carlito"/>
              </a:rPr>
              <a:t>against</a:t>
            </a:r>
            <a:r>
              <a:rPr dirty="0" sz="3000" spc="-55">
                <a:latin typeface="Carlito"/>
                <a:cs typeface="Carlito"/>
              </a:rPr>
              <a:t> </a:t>
            </a:r>
            <a:r>
              <a:rPr dirty="0" sz="3000">
                <a:latin typeface="Carlito"/>
                <a:cs typeface="Carlito"/>
              </a:rPr>
              <a:t>the</a:t>
            </a:r>
            <a:r>
              <a:rPr dirty="0" sz="3000" spc="-70">
                <a:latin typeface="Carlito"/>
                <a:cs typeface="Carlito"/>
              </a:rPr>
              <a:t> </a:t>
            </a:r>
            <a:r>
              <a:rPr dirty="0" sz="3000">
                <a:latin typeface="Carlito"/>
                <a:cs typeface="Carlito"/>
              </a:rPr>
              <a:t>defined</a:t>
            </a:r>
            <a:r>
              <a:rPr dirty="0" sz="3000" spc="-55">
                <a:latin typeface="Carlito"/>
                <a:cs typeface="Carlito"/>
              </a:rPr>
              <a:t> </a:t>
            </a:r>
            <a:r>
              <a:rPr dirty="0" sz="3000" spc="-10">
                <a:latin typeface="Carlito"/>
                <a:cs typeface="Carlito"/>
              </a:rPr>
              <a:t>objectives.</a:t>
            </a:r>
            <a:endParaRPr sz="3000">
              <a:latin typeface="Carlito"/>
              <a:cs typeface="Carlito"/>
            </a:endParaRPr>
          </a:p>
          <a:p>
            <a:pPr marL="184785" marR="180975" indent="-174625">
              <a:lnSpc>
                <a:spcPts val="3240"/>
              </a:lnSpc>
              <a:spcBef>
                <a:spcPts val="810"/>
              </a:spcBef>
              <a:buSzPct val="96666"/>
              <a:buFont typeface="Wingdings"/>
              <a:buChar char=""/>
              <a:tabLst>
                <a:tab pos="184785" algn="l"/>
                <a:tab pos="351155" algn="l"/>
              </a:tabLst>
            </a:pPr>
            <a:r>
              <a:rPr dirty="0" sz="3000">
                <a:latin typeface="Carlito"/>
                <a:cs typeface="Carlito"/>
              </a:rPr>
              <a:t>	</a:t>
            </a:r>
            <a:r>
              <a:rPr dirty="0" sz="3000">
                <a:latin typeface="Carlito"/>
                <a:cs typeface="Carlito"/>
              </a:rPr>
              <a:t>Exit</a:t>
            </a:r>
            <a:r>
              <a:rPr dirty="0" sz="3000" spc="-60">
                <a:latin typeface="Carlito"/>
                <a:cs typeface="Carlito"/>
              </a:rPr>
              <a:t> </a:t>
            </a:r>
            <a:r>
              <a:rPr dirty="0" sz="3000">
                <a:latin typeface="Carlito"/>
                <a:cs typeface="Carlito"/>
              </a:rPr>
              <a:t>criteria</a:t>
            </a:r>
            <a:r>
              <a:rPr dirty="0" sz="3000" spc="-45">
                <a:latin typeface="Carlito"/>
                <a:cs typeface="Carlito"/>
              </a:rPr>
              <a:t> </a:t>
            </a:r>
            <a:r>
              <a:rPr dirty="0" sz="3000">
                <a:latin typeface="Carlito"/>
                <a:cs typeface="Carlito"/>
              </a:rPr>
              <a:t>should</a:t>
            </a:r>
            <a:r>
              <a:rPr dirty="0" sz="3000" spc="-55">
                <a:latin typeface="Carlito"/>
                <a:cs typeface="Carlito"/>
              </a:rPr>
              <a:t> </a:t>
            </a:r>
            <a:r>
              <a:rPr dirty="0" sz="3000">
                <a:latin typeface="Carlito"/>
                <a:cs typeface="Carlito"/>
              </a:rPr>
              <a:t>be</a:t>
            </a:r>
            <a:r>
              <a:rPr dirty="0" sz="3000" spc="-45">
                <a:latin typeface="Carlito"/>
                <a:cs typeface="Carlito"/>
              </a:rPr>
              <a:t> </a:t>
            </a:r>
            <a:r>
              <a:rPr dirty="0" sz="3000">
                <a:latin typeface="Carlito"/>
                <a:cs typeface="Carlito"/>
              </a:rPr>
              <a:t>set</a:t>
            </a:r>
            <a:r>
              <a:rPr dirty="0" sz="3000" spc="-70">
                <a:latin typeface="Carlito"/>
                <a:cs typeface="Carlito"/>
              </a:rPr>
              <a:t> </a:t>
            </a:r>
            <a:r>
              <a:rPr dirty="0" sz="3000">
                <a:latin typeface="Carlito"/>
                <a:cs typeface="Carlito"/>
              </a:rPr>
              <a:t>and</a:t>
            </a:r>
            <a:r>
              <a:rPr dirty="0" sz="3000" spc="-55">
                <a:latin typeface="Carlito"/>
                <a:cs typeface="Carlito"/>
              </a:rPr>
              <a:t> </a:t>
            </a:r>
            <a:r>
              <a:rPr dirty="0" sz="3000">
                <a:latin typeface="Carlito"/>
                <a:cs typeface="Carlito"/>
              </a:rPr>
              <a:t>evaluated</a:t>
            </a:r>
            <a:r>
              <a:rPr dirty="0" sz="3000" spc="-60">
                <a:latin typeface="Carlito"/>
                <a:cs typeface="Carlito"/>
              </a:rPr>
              <a:t> </a:t>
            </a:r>
            <a:r>
              <a:rPr dirty="0" sz="3000">
                <a:latin typeface="Carlito"/>
                <a:cs typeface="Carlito"/>
              </a:rPr>
              <a:t>for</a:t>
            </a:r>
            <a:r>
              <a:rPr dirty="0" sz="3000" spc="-50">
                <a:latin typeface="Carlito"/>
                <a:cs typeface="Carlito"/>
              </a:rPr>
              <a:t> </a:t>
            </a:r>
            <a:r>
              <a:rPr dirty="0" sz="3000">
                <a:latin typeface="Carlito"/>
                <a:cs typeface="Carlito"/>
              </a:rPr>
              <a:t>each</a:t>
            </a:r>
            <a:r>
              <a:rPr dirty="0" sz="3000" spc="-65">
                <a:latin typeface="Carlito"/>
                <a:cs typeface="Carlito"/>
              </a:rPr>
              <a:t> </a:t>
            </a:r>
            <a:r>
              <a:rPr dirty="0" sz="3000" spc="-20">
                <a:latin typeface="Carlito"/>
                <a:cs typeface="Carlito"/>
              </a:rPr>
              <a:t>test </a:t>
            </a:r>
            <a:r>
              <a:rPr dirty="0" sz="3000" spc="-10">
                <a:latin typeface="Carlito"/>
                <a:cs typeface="Carlito"/>
              </a:rPr>
              <a:t>level</a:t>
            </a:r>
            <a:endParaRPr sz="3000">
              <a:latin typeface="Carlito"/>
              <a:cs typeface="Carlito"/>
            </a:endParaRPr>
          </a:p>
          <a:p>
            <a:pPr marL="184785" marR="5080" indent="-174625">
              <a:lnSpc>
                <a:spcPts val="3240"/>
              </a:lnSpc>
              <a:spcBef>
                <a:spcPts val="790"/>
              </a:spcBef>
              <a:buSzPct val="96666"/>
              <a:buFont typeface="Wingdings"/>
              <a:buChar char=""/>
              <a:tabLst>
                <a:tab pos="184785" algn="l"/>
                <a:tab pos="351790" algn="l"/>
              </a:tabLst>
            </a:pPr>
            <a:r>
              <a:rPr dirty="0" sz="3000">
                <a:latin typeface="Carlito"/>
                <a:cs typeface="Carlito"/>
              </a:rPr>
              <a:t>	</a:t>
            </a:r>
            <a:r>
              <a:rPr dirty="0" sz="3000">
                <a:latin typeface="Carlito"/>
                <a:cs typeface="Carlito"/>
              </a:rPr>
              <a:t>Check</a:t>
            </a:r>
            <a:r>
              <a:rPr dirty="0" sz="3000" spc="-65">
                <a:latin typeface="Carlito"/>
                <a:cs typeface="Carlito"/>
              </a:rPr>
              <a:t> </a:t>
            </a:r>
            <a:r>
              <a:rPr dirty="0" sz="3000">
                <a:latin typeface="Carlito"/>
                <a:cs typeface="Carlito"/>
              </a:rPr>
              <a:t>test</a:t>
            </a:r>
            <a:r>
              <a:rPr dirty="0" sz="3000" spc="-60">
                <a:latin typeface="Carlito"/>
                <a:cs typeface="Carlito"/>
              </a:rPr>
              <a:t> </a:t>
            </a:r>
            <a:r>
              <a:rPr dirty="0" sz="3000">
                <a:latin typeface="Carlito"/>
                <a:cs typeface="Carlito"/>
              </a:rPr>
              <a:t>logs</a:t>
            </a:r>
            <a:r>
              <a:rPr dirty="0" sz="3000" spc="-50">
                <a:latin typeface="Carlito"/>
                <a:cs typeface="Carlito"/>
              </a:rPr>
              <a:t> </a:t>
            </a:r>
            <a:r>
              <a:rPr dirty="0" sz="3000">
                <a:latin typeface="Carlito"/>
                <a:cs typeface="Carlito"/>
              </a:rPr>
              <a:t>against</a:t>
            </a:r>
            <a:r>
              <a:rPr dirty="0" sz="3000" spc="-45">
                <a:latin typeface="Carlito"/>
                <a:cs typeface="Carlito"/>
              </a:rPr>
              <a:t> </a:t>
            </a:r>
            <a:r>
              <a:rPr dirty="0" sz="3000">
                <a:latin typeface="Carlito"/>
                <a:cs typeface="Carlito"/>
              </a:rPr>
              <a:t>the</a:t>
            </a:r>
            <a:r>
              <a:rPr dirty="0" sz="3000" spc="-60">
                <a:latin typeface="Carlito"/>
                <a:cs typeface="Carlito"/>
              </a:rPr>
              <a:t> </a:t>
            </a:r>
            <a:r>
              <a:rPr dirty="0" sz="3000">
                <a:latin typeface="Carlito"/>
                <a:cs typeface="Carlito"/>
              </a:rPr>
              <a:t>exit</a:t>
            </a:r>
            <a:r>
              <a:rPr dirty="0" sz="3000" spc="-50">
                <a:latin typeface="Carlito"/>
                <a:cs typeface="Carlito"/>
              </a:rPr>
              <a:t> </a:t>
            </a:r>
            <a:r>
              <a:rPr dirty="0" sz="3000">
                <a:latin typeface="Carlito"/>
                <a:cs typeface="Carlito"/>
              </a:rPr>
              <a:t>criteria</a:t>
            </a:r>
            <a:r>
              <a:rPr dirty="0" sz="3000" spc="-40">
                <a:latin typeface="Carlito"/>
                <a:cs typeface="Carlito"/>
              </a:rPr>
              <a:t> </a:t>
            </a:r>
            <a:r>
              <a:rPr dirty="0" sz="3000">
                <a:latin typeface="Carlito"/>
                <a:cs typeface="Carlito"/>
              </a:rPr>
              <a:t>specified</a:t>
            </a:r>
            <a:r>
              <a:rPr dirty="0" sz="3000" spc="-65">
                <a:latin typeface="Carlito"/>
                <a:cs typeface="Carlito"/>
              </a:rPr>
              <a:t> </a:t>
            </a:r>
            <a:r>
              <a:rPr dirty="0" sz="3000">
                <a:latin typeface="Carlito"/>
                <a:cs typeface="Carlito"/>
              </a:rPr>
              <a:t>in</a:t>
            </a:r>
            <a:r>
              <a:rPr dirty="0" sz="3000" spc="-50">
                <a:latin typeface="Carlito"/>
                <a:cs typeface="Carlito"/>
              </a:rPr>
              <a:t> </a:t>
            </a:r>
            <a:r>
              <a:rPr dirty="0" sz="3000" spc="-25">
                <a:latin typeface="Carlito"/>
                <a:cs typeface="Carlito"/>
              </a:rPr>
              <a:t>the </a:t>
            </a:r>
            <a:r>
              <a:rPr dirty="0" sz="3000">
                <a:latin typeface="Carlito"/>
                <a:cs typeface="Carlito"/>
              </a:rPr>
              <a:t>test</a:t>
            </a:r>
            <a:r>
              <a:rPr dirty="0" sz="3000" spc="-100">
                <a:latin typeface="Carlito"/>
                <a:cs typeface="Carlito"/>
              </a:rPr>
              <a:t> </a:t>
            </a:r>
            <a:r>
              <a:rPr dirty="0" sz="3000" spc="-10">
                <a:latin typeface="Carlito"/>
                <a:cs typeface="Carlito"/>
              </a:rPr>
              <a:t>planning</a:t>
            </a:r>
            <a:endParaRPr sz="3000">
              <a:latin typeface="Carlito"/>
              <a:cs typeface="Carlito"/>
            </a:endParaRPr>
          </a:p>
          <a:p>
            <a:pPr marL="184785" marR="358140" indent="-174625">
              <a:lnSpc>
                <a:spcPts val="3240"/>
              </a:lnSpc>
              <a:spcBef>
                <a:spcPts val="805"/>
              </a:spcBef>
              <a:buSzPct val="96666"/>
              <a:buFont typeface="Wingdings"/>
              <a:buChar char=""/>
              <a:tabLst>
                <a:tab pos="184785" algn="l"/>
                <a:tab pos="351155" algn="l"/>
              </a:tabLst>
            </a:pPr>
            <a:r>
              <a:rPr dirty="0" sz="3000">
                <a:latin typeface="Carlito"/>
                <a:cs typeface="Carlito"/>
              </a:rPr>
              <a:t>	</a:t>
            </a:r>
            <a:r>
              <a:rPr dirty="0" sz="3000">
                <a:latin typeface="Carlito"/>
                <a:cs typeface="Carlito"/>
              </a:rPr>
              <a:t>Assess</a:t>
            </a:r>
            <a:r>
              <a:rPr dirty="0" sz="3000" spc="-45">
                <a:latin typeface="Carlito"/>
                <a:cs typeface="Carlito"/>
              </a:rPr>
              <a:t> </a:t>
            </a:r>
            <a:r>
              <a:rPr dirty="0" sz="3000">
                <a:latin typeface="Carlito"/>
                <a:cs typeface="Carlito"/>
              </a:rPr>
              <a:t>if</a:t>
            </a:r>
            <a:r>
              <a:rPr dirty="0" sz="3000" spc="-50">
                <a:latin typeface="Carlito"/>
                <a:cs typeface="Carlito"/>
              </a:rPr>
              <a:t> </a:t>
            </a:r>
            <a:r>
              <a:rPr dirty="0" sz="3000">
                <a:latin typeface="Carlito"/>
                <a:cs typeface="Carlito"/>
              </a:rPr>
              <a:t>more</a:t>
            </a:r>
            <a:r>
              <a:rPr dirty="0" sz="3000" spc="-40">
                <a:latin typeface="Carlito"/>
                <a:cs typeface="Carlito"/>
              </a:rPr>
              <a:t> </a:t>
            </a:r>
            <a:r>
              <a:rPr dirty="0" sz="3000">
                <a:latin typeface="Carlito"/>
                <a:cs typeface="Carlito"/>
              </a:rPr>
              <a:t>tests</a:t>
            </a:r>
            <a:r>
              <a:rPr dirty="0" sz="3000" spc="-55">
                <a:latin typeface="Carlito"/>
                <a:cs typeface="Carlito"/>
              </a:rPr>
              <a:t> </a:t>
            </a:r>
            <a:r>
              <a:rPr dirty="0" sz="3000">
                <a:latin typeface="Carlito"/>
                <a:cs typeface="Carlito"/>
              </a:rPr>
              <a:t>are</a:t>
            </a:r>
            <a:r>
              <a:rPr dirty="0" sz="3000" spc="-50">
                <a:latin typeface="Carlito"/>
                <a:cs typeface="Carlito"/>
              </a:rPr>
              <a:t> </a:t>
            </a:r>
            <a:r>
              <a:rPr dirty="0" sz="3000">
                <a:latin typeface="Carlito"/>
                <a:cs typeface="Carlito"/>
              </a:rPr>
              <a:t>needed</a:t>
            </a:r>
            <a:r>
              <a:rPr dirty="0" sz="3000" spc="-45">
                <a:latin typeface="Carlito"/>
                <a:cs typeface="Carlito"/>
              </a:rPr>
              <a:t> </a:t>
            </a:r>
            <a:r>
              <a:rPr dirty="0" sz="3000">
                <a:latin typeface="Carlito"/>
                <a:cs typeface="Carlito"/>
              </a:rPr>
              <a:t>or</a:t>
            </a:r>
            <a:r>
              <a:rPr dirty="0" sz="3000" spc="-40">
                <a:latin typeface="Carlito"/>
                <a:cs typeface="Carlito"/>
              </a:rPr>
              <a:t> </a:t>
            </a:r>
            <a:r>
              <a:rPr dirty="0" sz="3000">
                <a:latin typeface="Carlito"/>
                <a:cs typeface="Carlito"/>
              </a:rPr>
              <a:t>if</a:t>
            </a:r>
            <a:r>
              <a:rPr dirty="0" sz="3000" spc="-45">
                <a:latin typeface="Carlito"/>
                <a:cs typeface="Carlito"/>
              </a:rPr>
              <a:t> </a:t>
            </a:r>
            <a:r>
              <a:rPr dirty="0" sz="3000">
                <a:latin typeface="Carlito"/>
                <a:cs typeface="Carlito"/>
              </a:rPr>
              <a:t>the</a:t>
            </a:r>
            <a:r>
              <a:rPr dirty="0" sz="3000" spc="-40">
                <a:latin typeface="Carlito"/>
                <a:cs typeface="Carlito"/>
              </a:rPr>
              <a:t> </a:t>
            </a:r>
            <a:r>
              <a:rPr dirty="0" sz="3000">
                <a:latin typeface="Carlito"/>
                <a:cs typeface="Carlito"/>
              </a:rPr>
              <a:t>exit</a:t>
            </a:r>
            <a:r>
              <a:rPr dirty="0" sz="3000" spc="-55">
                <a:latin typeface="Carlito"/>
                <a:cs typeface="Carlito"/>
              </a:rPr>
              <a:t> </a:t>
            </a:r>
            <a:r>
              <a:rPr dirty="0" sz="3000" spc="-10">
                <a:latin typeface="Carlito"/>
                <a:cs typeface="Carlito"/>
              </a:rPr>
              <a:t>criteria </a:t>
            </a:r>
            <a:r>
              <a:rPr dirty="0" sz="3000">
                <a:latin typeface="Carlito"/>
                <a:cs typeface="Carlito"/>
              </a:rPr>
              <a:t>specified</a:t>
            </a:r>
            <a:r>
              <a:rPr dirty="0" sz="3000" spc="-50">
                <a:latin typeface="Carlito"/>
                <a:cs typeface="Carlito"/>
              </a:rPr>
              <a:t> </a:t>
            </a:r>
            <a:r>
              <a:rPr dirty="0" sz="3000">
                <a:latin typeface="Carlito"/>
                <a:cs typeface="Carlito"/>
              </a:rPr>
              <a:t>should</a:t>
            </a:r>
            <a:r>
              <a:rPr dirty="0" sz="3000" spc="-20">
                <a:latin typeface="Carlito"/>
                <a:cs typeface="Carlito"/>
              </a:rPr>
              <a:t> </a:t>
            </a:r>
            <a:r>
              <a:rPr dirty="0" sz="3000">
                <a:latin typeface="Carlito"/>
                <a:cs typeface="Carlito"/>
              </a:rPr>
              <a:t>be</a:t>
            </a:r>
            <a:r>
              <a:rPr dirty="0" sz="3000" spc="-35">
                <a:latin typeface="Carlito"/>
                <a:cs typeface="Carlito"/>
              </a:rPr>
              <a:t> </a:t>
            </a:r>
            <a:r>
              <a:rPr dirty="0" sz="3000" spc="-10">
                <a:latin typeface="Carlito"/>
                <a:cs typeface="Carlito"/>
              </a:rPr>
              <a:t>changed.</a:t>
            </a:r>
            <a:endParaRPr sz="3000">
              <a:latin typeface="Carlito"/>
              <a:cs typeface="Carlito"/>
            </a:endParaRPr>
          </a:p>
          <a:p>
            <a:pPr marL="351790" indent="-340995">
              <a:lnSpc>
                <a:spcPct val="100000"/>
              </a:lnSpc>
              <a:spcBef>
                <a:spcPts val="400"/>
              </a:spcBef>
              <a:buSzPct val="96666"/>
              <a:buFont typeface="Wingdings"/>
              <a:buChar char=""/>
              <a:tabLst>
                <a:tab pos="351790" algn="l"/>
              </a:tabLst>
            </a:pPr>
            <a:r>
              <a:rPr dirty="0" sz="3000" spc="-10">
                <a:latin typeface="Carlito"/>
                <a:cs typeface="Carlito"/>
              </a:rPr>
              <a:t>Write</a:t>
            </a:r>
            <a:r>
              <a:rPr dirty="0" sz="3000" spc="-70">
                <a:latin typeface="Carlito"/>
                <a:cs typeface="Carlito"/>
              </a:rPr>
              <a:t> </a:t>
            </a:r>
            <a:r>
              <a:rPr dirty="0" sz="3000">
                <a:latin typeface="Carlito"/>
                <a:cs typeface="Carlito"/>
              </a:rPr>
              <a:t>a</a:t>
            </a:r>
            <a:r>
              <a:rPr dirty="0" sz="3000" spc="-70">
                <a:latin typeface="Carlito"/>
                <a:cs typeface="Carlito"/>
              </a:rPr>
              <a:t> </a:t>
            </a:r>
            <a:r>
              <a:rPr dirty="0" sz="3000">
                <a:latin typeface="Carlito"/>
                <a:cs typeface="Carlito"/>
              </a:rPr>
              <a:t>test</a:t>
            </a:r>
            <a:r>
              <a:rPr dirty="0" sz="3000" spc="-70">
                <a:latin typeface="Carlito"/>
                <a:cs typeface="Carlito"/>
              </a:rPr>
              <a:t> </a:t>
            </a:r>
            <a:r>
              <a:rPr dirty="0" sz="3000">
                <a:latin typeface="Carlito"/>
                <a:cs typeface="Carlito"/>
              </a:rPr>
              <a:t>summary</a:t>
            </a:r>
            <a:r>
              <a:rPr dirty="0" sz="3000" spc="-65">
                <a:latin typeface="Carlito"/>
                <a:cs typeface="Carlito"/>
              </a:rPr>
              <a:t> </a:t>
            </a:r>
            <a:r>
              <a:rPr dirty="0" sz="3000">
                <a:latin typeface="Carlito"/>
                <a:cs typeface="Carlito"/>
              </a:rPr>
              <a:t>report</a:t>
            </a:r>
            <a:r>
              <a:rPr dirty="0" sz="3000" spc="-70">
                <a:latin typeface="Carlito"/>
                <a:cs typeface="Carlito"/>
              </a:rPr>
              <a:t> </a:t>
            </a:r>
            <a:r>
              <a:rPr dirty="0" sz="3000">
                <a:latin typeface="Carlito"/>
                <a:cs typeface="Carlito"/>
              </a:rPr>
              <a:t>to</a:t>
            </a:r>
            <a:r>
              <a:rPr dirty="0" sz="3000" spc="-80">
                <a:latin typeface="Carlito"/>
                <a:cs typeface="Carlito"/>
              </a:rPr>
              <a:t> </a:t>
            </a:r>
            <a:r>
              <a:rPr dirty="0" sz="3000" spc="-10">
                <a:latin typeface="Carlito"/>
                <a:cs typeface="Carlito"/>
              </a:rPr>
              <a:t>stakeholders</a:t>
            </a:r>
            <a:endParaRPr sz="3000">
              <a:latin typeface="Carlito"/>
              <a:cs typeface="Carlito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634740" y="1171955"/>
            <a:ext cx="4662170" cy="368935"/>
          </a:xfrm>
          <a:prstGeom prst="rect">
            <a:avLst/>
          </a:prstGeom>
          <a:solidFill>
            <a:srgbClr val="FFE699"/>
          </a:solidFill>
        </p:spPr>
        <p:txBody>
          <a:bodyPr wrap="square" lIns="0" tIns="39370" rIns="0" bIns="0" rtlCol="0" vert="horz">
            <a:spAutoFit/>
          </a:bodyPr>
          <a:lstStyle/>
          <a:p>
            <a:pPr marL="92710">
              <a:lnSpc>
                <a:spcPct val="100000"/>
              </a:lnSpc>
              <a:spcBef>
                <a:spcPts val="310"/>
              </a:spcBef>
            </a:pPr>
            <a:r>
              <a:rPr dirty="0" sz="1800" b="1" i="1">
                <a:latin typeface="Arial"/>
                <a:cs typeface="Arial"/>
              </a:rPr>
              <a:t>“Evaluation-</a:t>
            </a:r>
            <a:r>
              <a:rPr dirty="0" sz="1800" spc="-45" b="1" i="1">
                <a:latin typeface="Arial"/>
                <a:cs typeface="Arial"/>
              </a:rPr>
              <a:t> </a:t>
            </a:r>
            <a:r>
              <a:rPr dirty="0" sz="1800" b="1" i="1">
                <a:latin typeface="Arial"/>
                <a:cs typeface="Arial"/>
              </a:rPr>
              <a:t>Learning</a:t>
            </a:r>
            <a:r>
              <a:rPr dirty="0" sz="1800" spc="-35" b="1" i="1">
                <a:latin typeface="Arial"/>
                <a:cs typeface="Arial"/>
              </a:rPr>
              <a:t> </a:t>
            </a:r>
            <a:r>
              <a:rPr dirty="0" sz="1800" b="1" i="1">
                <a:latin typeface="Arial"/>
                <a:cs typeface="Arial"/>
              </a:rPr>
              <a:t>tool</a:t>
            </a:r>
            <a:r>
              <a:rPr dirty="0" sz="1800" spc="-40" b="1" i="1">
                <a:latin typeface="Arial"/>
                <a:cs typeface="Arial"/>
              </a:rPr>
              <a:t> </a:t>
            </a:r>
            <a:r>
              <a:rPr dirty="0" sz="1800" b="1" i="1">
                <a:latin typeface="Arial"/>
                <a:cs typeface="Arial"/>
              </a:rPr>
              <a:t>to</a:t>
            </a:r>
            <a:r>
              <a:rPr dirty="0" sz="1800" spc="-35" b="1" i="1">
                <a:latin typeface="Arial"/>
                <a:cs typeface="Arial"/>
              </a:rPr>
              <a:t> </a:t>
            </a:r>
            <a:r>
              <a:rPr dirty="0" sz="1800" spc="-10" b="1" i="1">
                <a:latin typeface="Arial"/>
                <a:cs typeface="Arial"/>
              </a:rPr>
              <a:t>Improve”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80"/>
              <a:t>Evaluating</a:t>
            </a:r>
            <a:r>
              <a:rPr dirty="0" spc="-130"/>
              <a:t> </a:t>
            </a:r>
            <a:r>
              <a:rPr dirty="0" spc="-50"/>
              <a:t>exit</a:t>
            </a:r>
            <a:r>
              <a:rPr dirty="0" spc="-125"/>
              <a:t> </a:t>
            </a:r>
            <a:r>
              <a:rPr dirty="0" spc="-45"/>
              <a:t>criteria</a:t>
            </a:r>
            <a:r>
              <a:rPr dirty="0" spc="-145"/>
              <a:t> </a:t>
            </a:r>
            <a:r>
              <a:rPr dirty="0" spc="-20"/>
              <a:t>and</a:t>
            </a:r>
            <a:r>
              <a:rPr dirty="0" spc="-130"/>
              <a:t> </a:t>
            </a:r>
            <a:r>
              <a:rPr dirty="0" spc="-20"/>
              <a:t>reporting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77164" y="1269872"/>
            <a:ext cx="6670040" cy="26911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75285" indent="-363855">
              <a:lnSpc>
                <a:spcPct val="100000"/>
              </a:lnSpc>
              <a:spcBef>
                <a:spcPts val="105"/>
              </a:spcBef>
              <a:buSzPct val="96875"/>
              <a:buFont typeface="Wingdings"/>
              <a:buChar char=""/>
              <a:tabLst>
                <a:tab pos="375285" algn="l"/>
              </a:tabLst>
            </a:pPr>
            <a:r>
              <a:rPr dirty="0" sz="3200">
                <a:latin typeface="Carlito"/>
                <a:cs typeface="Carlito"/>
              </a:rPr>
              <a:t>How</a:t>
            </a:r>
            <a:r>
              <a:rPr dirty="0" sz="3200" spc="-50">
                <a:latin typeface="Carlito"/>
                <a:cs typeface="Carlito"/>
              </a:rPr>
              <a:t> </a:t>
            </a:r>
            <a:r>
              <a:rPr dirty="0" sz="3200">
                <a:latin typeface="Carlito"/>
                <a:cs typeface="Carlito"/>
              </a:rPr>
              <a:t>to</a:t>
            </a:r>
            <a:r>
              <a:rPr dirty="0" sz="3200" spc="-40">
                <a:latin typeface="Carlito"/>
                <a:cs typeface="Carlito"/>
              </a:rPr>
              <a:t> </a:t>
            </a:r>
            <a:r>
              <a:rPr dirty="0" sz="3200">
                <a:latin typeface="Carlito"/>
                <a:cs typeface="Carlito"/>
              </a:rPr>
              <a:t>measure</a:t>
            </a:r>
            <a:r>
              <a:rPr dirty="0" sz="3200" spc="-50">
                <a:latin typeface="Carlito"/>
                <a:cs typeface="Carlito"/>
              </a:rPr>
              <a:t> </a:t>
            </a:r>
            <a:r>
              <a:rPr dirty="0" sz="3200">
                <a:latin typeface="Carlito"/>
                <a:cs typeface="Carlito"/>
              </a:rPr>
              <a:t>exit</a:t>
            </a:r>
            <a:r>
              <a:rPr dirty="0" sz="3200" spc="-45">
                <a:latin typeface="Carlito"/>
                <a:cs typeface="Carlito"/>
              </a:rPr>
              <a:t> </a:t>
            </a:r>
            <a:r>
              <a:rPr dirty="0" sz="3200" spc="-10">
                <a:latin typeface="Carlito"/>
                <a:cs typeface="Carlito"/>
              </a:rPr>
              <a:t>criteria?</a:t>
            </a:r>
            <a:endParaRPr sz="3200">
              <a:latin typeface="Carlito"/>
              <a:cs typeface="Carlito"/>
            </a:endParaRPr>
          </a:p>
          <a:p>
            <a:pPr lvl="1" marL="526415" indent="-171450">
              <a:lnSpc>
                <a:spcPct val="100000"/>
              </a:lnSpc>
              <a:spcBef>
                <a:spcPts val="90"/>
              </a:spcBef>
              <a:buFont typeface="Arial"/>
              <a:buChar char="•"/>
              <a:tabLst>
                <a:tab pos="526415" algn="l"/>
              </a:tabLst>
            </a:pPr>
            <a:r>
              <a:rPr dirty="0" sz="2800">
                <a:latin typeface="Carlito"/>
                <a:cs typeface="Carlito"/>
              </a:rPr>
              <a:t>All</a:t>
            </a:r>
            <a:r>
              <a:rPr dirty="0" sz="2800" spc="-60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the</a:t>
            </a:r>
            <a:r>
              <a:rPr dirty="0" sz="2800" spc="-55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planned</a:t>
            </a:r>
            <a:r>
              <a:rPr dirty="0" sz="2800" spc="-40">
                <a:latin typeface="Carlito"/>
                <a:cs typeface="Carlito"/>
              </a:rPr>
              <a:t> </a:t>
            </a:r>
            <a:r>
              <a:rPr dirty="0" sz="2800" spc="-20">
                <a:latin typeface="Carlito"/>
                <a:cs typeface="Carlito"/>
              </a:rPr>
              <a:t>requirements</a:t>
            </a:r>
            <a:r>
              <a:rPr dirty="0" sz="2800" spc="-30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must</a:t>
            </a:r>
            <a:r>
              <a:rPr dirty="0" sz="2800" spc="-30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be</a:t>
            </a:r>
            <a:r>
              <a:rPr dirty="0" sz="2800" spc="-60">
                <a:latin typeface="Carlito"/>
                <a:cs typeface="Carlito"/>
              </a:rPr>
              <a:t> </a:t>
            </a:r>
            <a:r>
              <a:rPr dirty="0" sz="2800" spc="-25">
                <a:latin typeface="Carlito"/>
                <a:cs typeface="Carlito"/>
              </a:rPr>
              <a:t>met</a:t>
            </a:r>
            <a:endParaRPr sz="2800">
              <a:latin typeface="Carlito"/>
              <a:cs typeface="Carlito"/>
            </a:endParaRPr>
          </a:p>
          <a:p>
            <a:pPr lvl="1" marL="526415" indent="-171450">
              <a:lnSpc>
                <a:spcPct val="100000"/>
              </a:lnSpc>
              <a:spcBef>
                <a:spcPts val="60"/>
              </a:spcBef>
              <a:buFont typeface="Arial"/>
              <a:buChar char="•"/>
              <a:tabLst>
                <a:tab pos="526415" algn="l"/>
              </a:tabLst>
            </a:pPr>
            <a:r>
              <a:rPr dirty="0" sz="2800">
                <a:latin typeface="Carlito"/>
                <a:cs typeface="Carlito"/>
              </a:rPr>
              <a:t>All</a:t>
            </a:r>
            <a:r>
              <a:rPr dirty="0" sz="2800" spc="-50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the</a:t>
            </a:r>
            <a:r>
              <a:rPr dirty="0" sz="2800" spc="-45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high</a:t>
            </a:r>
            <a:r>
              <a:rPr dirty="0" sz="2800" spc="-45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Priority</a:t>
            </a:r>
            <a:r>
              <a:rPr dirty="0" sz="2800" spc="-35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bugs</a:t>
            </a:r>
            <a:r>
              <a:rPr dirty="0" sz="2800" spc="-30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should</a:t>
            </a:r>
            <a:r>
              <a:rPr dirty="0" sz="2800" spc="-15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be</a:t>
            </a:r>
            <a:r>
              <a:rPr dirty="0" sz="2800" spc="-45">
                <a:latin typeface="Carlito"/>
                <a:cs typeface="Carlito"/>
              </a:rPr>
              <a:t> </a:t>
            </a:r>
            <a:r>
              <a:rPr dirty="0" sz="2800" spc="-10">
                <a:latin typeface="Carlito"/>
                <a:cs typeface="Carlito"/>
              </a:rPr>
              <a:t>closed</a:t>
            </a:r>
            <a:endParaRPr sz="2800">
              <a:latin typeface="Carlito"/>
              <a:cs typeface="Carlito"/>
            </a:endParaRPr>
          </a:p>
          <a:p>
            <a:pPr lvl="1" marL="526415" indent="-171450">
              <a:lnSpc>
                <a:spcPct val="100000"/>
              </a:lnSpc>
              <a:spcBef>
                <a:spcPts val="60"/>
              </a:spcBef>
              <a:buFont typeface="Arial"/>
              <a:buChar char="•"/>
              <a:tabLst>
                <a:tab pos="526415" algn="l"/>
              </a:tabLst>
            </a:pPr>
            <a:r>
              <a:rPr dirty="0" sz="2800">
                <a:latin typeface="Carlito"/>
                <a:cs typeface="Carlito"/>
              </a:rPr>
              <a:t>All</a:t>
            </a:r>
            <a:r>
              <a:rPr dirty="0" sz="2800" spc="-65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the</a:t>
            </a:r>
            <a:r>
              <a:rPr dirty="0" sz="2800" spc="-55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test</a:t>
            </a:r>
            <a:r>
              <a:rPr dirty="0" sz="2800" spc="-65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cases</a:t>
            </a:r>
            <a:r>
              <a:rPr dirty="0" sz="2800" spc="-50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should</a:t>
            </a:r>
            <a:r>
              <a:rPr dirty="0" sz="2800" spc="-35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be</a:t>
            </a:r>
            <a:r>
              <a:rPr dirty="0" sz="2800" spc="-55">
                <a:latin typeface="Carlito"/>
                <a:cs typeface="Carlito"/>
              </a:rPr>
              <a:t> </a:t>
            </a:r>
            <a:r>
              <a:rPr dirty="0" sz="2800" spc="-10">
                <a:latin typeface="Carlito"/>
                <a:cs typeface="Carlito"/>
              </a:rPr>
              <a:t>executed</a:t>
            </a:r>
            <a:endParaRPr sz="2800">
              <a:latin typeface="Carlito"/>
              <a:cs typeface="Carlito"/>
            </a:endParaRPr>
          </a:p>
          <a:p>
            <a:pPr lvl="1" marL="526415" indent="-171450">
              <a:lnSpc>
                <a:spcPct val="100000"/>
              </a:lnSpc>
              <a:spcBef>
                <a:spcPts val="70"/>
              </a:spcBef>
              <a:buFont typeface="Arial"/>
              <a:buChar char="•"/>
              <a:tabLst>
                <a:tab pos="526415" algn="l"/>
              </a:tabLst>
            </a:pPr>
            <a:r>
              <a:rPr dirty="0" sz="2800">
                <a:latin typeface="Carlito"/>
                <a:cs typeface="Carlito"/>
              </a:rPr>
              <a:t>If</a:t>
            </a:r>
            <a:r>
              <a:rPr dirty="0" sz="2800" spc="-50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the</a:t>
            </a:r>
            <a:r>
              <a:rPr dirty="0" sz="2800" spc="-40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scheduled</a:t>
            </a:r>
            <a:r>
              <a:rPr dirty="0" sz="2800" spc="-15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time</a:t>
            </a:r>
            <a:r>
              <a:rPr dirty="0" sz="2800" spc="-45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out</a:t>
            </a:r>
            <a:r>
              <a:rPr dirty="0" sz="2800" spc="-45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is</a:t>
            </a:r>
            <a:r>
              <a:rPr dirty="0" sz="2800" spc="-35">
                <a:latin typeface="Carlito"/>
                <a:cs typeface="Carlito"/>
              </a:rPr>
              <a:t> </a:t>
            </a:r>
            <a:r>
              <a:rPr dirty="0" sz="2800" spc="-10">
                <a:latin typeface="Carlito"/>
                <a:cs typeface="Carlito"/>
              </a:rPr>
              <a:t>arrived</a:t>
            </a:r>
            <a:endParaRPr sz="2800">
              <a:latin typeface="Carlito"/>
              <a:cs typeface="Carlito"/>
            </a:endParaRPr>
          </a:p>
          <a:p>
            <a:pPr lvl="1" marL="526415" indent="-171450">
              <a:lnSpc>
                <a:spcPct val="100000"/>
              </a:lnSpc>
              <a:spcBef>
                <a:spcPts val="60"/>
              </a:spcBef>
              <a:buFont typeface="Arial"/>
              <a:buChar char="•"/>
              <a:tabLst>
                <a:tab pos="526415" algn="l"/>
              </a:tabLst>
            </a:pPr>
            <a:r>
              <a:rPr dirty="0" sz="2800" spc="-60">
                <a:latin typeface="Carlito"/>
                <a:cs typeface="Carlito"/>
              </a:rPr>
              <a:t>Test</a:t>
            </a:r>
            <a:r>
              <a:rPr dirty="0" sz="2800" spc="-65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manager</a:t>
            </a:r>
            <a:r>
              <a:rPr dirty="0" sz="2800" spc="-85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must</a:t>
            </a:r>
            <a:r>
              <a:rPr dirty="0" sz="2800" spc="-35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sign</a:t>
            </a:r>
            <a:r>
              <a:rPr dirty="0" sz="2800" spc="-75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off</a:t>
            </a:r>
            <a:r>
              <a:rPr dirty="0" sz="2800" spc="-75">
                <a:latin typeface="Carlito"/>
                <a:cs typeface="Carlito"/>
              </a:rPr>
              <a:t> </a:t>
            </a:r>
            <a:r>
              <a:rPr dirty="0" sz="2800">
                <a:latin typeface="Carlito"/>
                <a:cs typeface="Carlito"/>
              </a:rPr>
              <a:t>the</a:t>
            </a:r>
            <a:r>
              <a:rPr dirty="0" sz="2800" spc="-60">
                <a:latin typeface="Carlito"/>
                <a:cs typeface="Carlito"/>
              </a:rPr>
              <a:t> </a:t>
            </a:r>
            <a:r>
              <a:rPr dirty="0" sz="2800" spc="-10">
                <a:latin typeface="Carlito"/>
                <a:cs typeface="Carlito"/>
              </a:rPr>
              <a:t>release</a:t>
            </a:r>
            <a:endParaRPr sz="2800">
              <a:latin typeface="Carlito"/>
              <a:cs typeface="Carlito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574291" y="4366259"/>
            <a:ext cx="6193790" cy="646430"/>
          </a:xfrm>
          <a:prstGeom prst="rect">
            <a:avLst/>
          </a:prstGeom>
          <a:solidFill>
            <a:srgbClr val="FFE699"/>
          </a:solidFill>
        </p:spPr>
        <p:txBody>
          <a:bodyPr wrap="square" lIns="0" tIns="40005" rIns="0" bIns="0" rtlCol="0" vert="horz">
            <a:spAutoFit/>
          </a:bodyPr>
          <a:lstStyle/>
          <a:p>
            <a:pPr marL="92075" marR="211454">
              <a:lnSpc>
                <a:spcPct val="100000"/>
              </a:lnSpc>
              <a:spcBef>
                <a:spcPts val="315"/>
              </a:spcBef>
            </a:pPr>
            <a:r>
              <a:rPr dirty="0" sz="1800" b="1" i="1">
                <a:latin typeface="Arial"/>
                <a:cs typeface="Arial"/>
              </a:rPr>
              <a:t>Note:</a:t>
            </a:r>
            <a:r>
              <a:rPr dirty="0" sz="1800" spc="-105" b="1" i="1">
                <a:latin typeface="Arial"/>
                <a:cs typeface="Arial"/>
              </a:rPr>
              <a:t> </a:t>
            </a:r>
            <a:r>
              <a:rPr dirty="0" sz="1800" b="1" i="1">
                <a:latin typeface="Arial"/>
                <a:cs typeface="Arial"/>
              </a:rPr>
              <a:t>All</a:t>
            </a:r>
            <a:r>
              <a:rPr dirty="0" sz="1800" spc="-20" b="1" i="1">
                <a:latin typeface="Arial"/>
                <a:cs typeface="Arial"/>
              </a:rPr>
              <a:t> </a:t>
            </a:r>
            <a:r>
              <a:rPr dirty="0" sz="1800" b="1" i="1">
                <a:latin typeface="Arial"/>
                <a:cs typeface="Arial"/>
              </a:rPr>
              <a:t>these</a:t>
            </a:r>
            <a:r>
              <a:rPr dirty="0" sz="1800" spc="-35" b="1" i="1">
                <a:latin typeface="Arial"/>
                <a:cs typeface="Arial"/>
              </a:rPr>
              <a:t> </a:t>
            </a:r>
            <a:r>
              <a:rPr dirty="0" sz="1800" b="1" i="1">
                <a:latin typeface="Arial"/>
                <a:cs typeface="Arial"/>
              </a:rPr>
              <a:t>parameters</a:t>
            </a:r>
            <a:r>
              <a:rPr dirty="0" sz="1800" spc="-10" b="1" i="1">
                <a:latin typeface="Arial"/>
                <a:cs typeface="Arial"/>
              </a:rPr>
              <a:t> </a:t>
            </a:r>
            <a:r>
              <a:rPr dirty="0" sz="1800" b="1" i="1">
                <a:latin typeface="Arial"/>
                <a:cs typeface="Arial"/>
              </a:rPr>
              <a:t>can</a:t>
            </a:r>
            <a:r>
              <a:rPr dirty="0" sz="1800" spc="-15" b="1" i="1">
                <a:latin typeface="Arial"/>
                <a:cs typeface="Arial"/>
              </a:rPr>
              <a:t> </a:t>
            </a:r>
            <a:r>
              <a:rPr dirty="0" sz="1800" b="1" i="1">
                <a:latin typeface="Arial"/>
                <a:cs typeface="Arial"/>
              </a:rPr>
              <a:t>be</a:t>
            </a:r>
            <a:r>
              <a:rPr dirty="0" sz="1800" spc="-25" b="1" i="1">
                <a:latin typeface="Arial"/>
                <a:cs typeface="Arial"/>
              </a:rPr>
              <a:t> </a:t>
            </a:r>
            <a:r>
              <a:rPr dirty="0" sz="1800" b="1" i="1">
                <a:latin typeface="Arial"/>
                <a:cs typeface="Arial"/>
              </a:rPr>
              <a:t>met</a:t>
            </a:r>
            <a:r>
              <a:rPr dirty="0" sz="1800" spc="-25" b="1" i="1">
                <a:latin typeface="Arial"/>
                <a:cs typeface="Arial"/>
              </a:rPr>
              <a:t> </a:t>
            </a:r>
            <a:r>
              <a:rPr dirty="0" sz="1800" b="1" i="1">
                <a:latin typeface="Arial"/>
                <a:cs typeface="Arial"/>
              </a:rPr>
              <a:t>by</a:t>
            </a:r>
            <a:r>
              <a:rPr dirty="0" sz="1800" spc="-20" b="1" i="1">
                <a:latin typeface="Arial"/>
                <a:cs typeface="Arial"/>
              </a:rPr>
              <a:t> </a:t>
            </a:r>
            <a:r>
              <a:rPr dirty="0" sz="1800" spc="-10" b="1" i="1">
                <a:latin typeface="Arial"/>
                <a:cs typeface="Arial"/>
              </a:rPr>
              <a:t>percentages</a:t>
            </a:r>
            <a:r>
              <a:rPr dirty="0" sz="1800" spc="-10" b="1" i="1">
                <a:latin typeface="Arial"/>
                <a:cs typeface="Arial"/>
              </a:rPr>
              <a:t> </a:t>
            </a:r>
            <a:r>
              <a:rPr dirty="0" sz="1800" b="1" i="1">
                <a:latin typeface="Arial"/>
                <a:cs typeface="Arial"/>
              </a:rPr>
              <a:t>(not</a:t>
            </a:r>
            <a:r>
              <a:rPr dirty="0" sz="1800" spc="-40" b="1" i="1">
                <a:latin typeface="Arial"/>
                <a:cs typeface="Arial"/>
              </a:rPr>
              <a:t> </a:t>
            </a:r>
            <a:r>
              <a:rPr dirty="0" sz="1800" spc="-10" b="1" i="1">
                <a:latin typeface="Arial"/>
                <a:cs typeface="Arial"/>
              </a:rPr>
              <a:t>100%)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50"/>
              <a:t>Test</a:t>
            </a:r>
            <a:r>
              <a:rPr dirty="0" spc="-70"/>
              <a:t> </a:t>
            </a:r>
            <a:r>
              <a:rPr dirty="0" spc="-45"/>
              <a:t>closure</a:t>
            </a:r>
            <a:r>
              <a:rPr dirty="0" spc="-120"/>
              <a:t> </a:t>
            </a:r>
            <a:r>
              <a:rPr dirty="0" spc="-35"/>
              <a:t>activities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64135" rIns="0" bIns="0" rtlCol="0" vert="horz">
            <a:spAutoFit/>
          </a:bodyPr>
          <a:lstStyle/>
          <a:p>
            <a:pPr marL="375285" indent="-363855">
              <a:lnSpc>
                <a:spcPct val="100000"/>
              </a:lnSpc>
              <a:spcBef>
                <a:spcPts val="505"/>
              </a:spcBef>
              <a:buSzPct val="96875"/>
              <a:buFont typeface="Wingdings"/>
              <a:buChar char=""/>
              <a:tabLst>
                <a:tab pos="375285" algn="l"/>
              </a:tabLst>
            </a:pPr>
            <a:r>
              <a:rPr dirty="0"/>
              <a:t>Collect</a:t>
            </a:r>
            <a:r>
              <a:rPr dirty="0" spc="-105"/>
              <a:t> </a:t>
            </a:r>
            <a:r>
              <a:rPr dirty="0"/>
              <a:t>data</a:t>
            </a:r>
            <a:r>
              <a:rPr dirty="0" spc="-90"/>
              <a:t> </a:t>
            </a:r>
            <a:r>
              <a:rPr dirty="0"/>
              <a:t>from</a:t>
            </a:r>
            <a:r>
              <a:rPr dirty="0" spc="-100"/>
              <a:t> </a:t>
            </a:r>
            <a:r>
              <a:rPr dirty="0"/>
              <a:t>complete</a:t>
            </a:r>
            <a:r>
              <a:rPr dirty="0" spc="-100"/>
              <a:t> </a:t>
            </a:r>
            <a:r>
              <a:rPr dirty="0"/>
              <a:t>test</a:t>
            </a:r>
            <a:r>
              <a:rPr dirty="0" spc="-105"/>
              <a:t> </a:t>
            </a:r>
            <a:r>
              <a:rPr dirty="0" spc="-10"/>
              <a:t>activity</a:t>
            </a:r>
          </a:p>
          <a:p>
            <a:pPr marL="375285" indent="-363855">
              <a:lnSpc>
                <a:spcPct val="100000"/>
              </a:lnSpc>
              <a:spcBef>
                <a:spcPts val="409"/>
              </a:spcBef>
              <a:buSzPct val="96875"/>
              <a:buFont typeface="Wingdings"/>
              <a:buChar char=""/>
              <a:tabLst>
                <a:tab pos="375285" algn="l"/>
              </a:tabLst>
            </a:pPr>
            <a:r>
              <a:rPr dirty="0"/>
              <a:t>Finalize</a:t>
            </a:r>
            <a:r>
              <a:rPr dirty="0" spc="-85"/>
              <a:t> </a:t>
            </a:r>
            <a:r>
              <a:rPr dirty="0"/>
              <a:t>and</a:t>
            </a:r>
            <a:r>
              <a:rPr dirty="0" spc="-80"/>
              <a:t> </a:t>
            </a:r>
            <a:r>
              <a:rPr dirty="0"/>
              <a:t>archive</a:t>
            </a:r>
            <a:r>
              <a:rPr dirty="0" spc="-100"/>
              <a:t> </a:t>
            </a:r>
            <a:r>
              <a:rPr dirty="0"/>
              <a:t>the</a:t>
            </a:r>
            <a:r>
              <a:rPr dirty="0" spc="-100"/>
              <a:t> </a:t>
            </a:r>
            <a:r>
              <a:rPr dirty="0"/>
              <a:t>test</a:t>
            </a:r>
            <a:r>
              <a:rPr dirty="0" spc="-95"/>
              <a:t> </a:t>
            </a:r>
            <a:r>
              <a:rPr dirty="0" spc="-20"/>
              <a:t>ware</a:t>
            </a:r>
          </a:p>
          <a:p>
            <a:pPr marL="374650" indent="-363855">
              <a:lnSpc>
                <a:spcPct val="100000"/>
              </a:lnSpc>
              <a:spcBef>
                <a:spcPts val="420"/>
              </a:spcBef>
              <a:buSzPct val="96875"/>
              <a:buFont typeface="Wingdings"/>
              <a:buChar char=""/>
              <a:tabLst>
                <a:tab pos="374650" algn="l"/>
              </a:tabLst>
            </a:pPr>
            <a:r>
              <a:rPr dirty="0" spc="-60"/>
              <a:t>Test</a:t>
            </a:r>
            <a:r>
              <a:rPr dirty="0" spc="-80"/>
              <a:t> </a:t>
            </a:r>
            <a:r>
              <a:rPr dirty="0"/>
              <a:t>wares</a:t>
            </a:r>
            <a:r>
              <a:rPr dirty="0" spc="-100"/>
              <a:t> </a:t>
            </a:r>
            <a:r>
              <a:rPr dirty="0"/>
              <a:t>such</a:t>
            </a:r>
            <a:r>
              <a:rPr dirty="0" spc="-75"/>
              <a:t> </a:t>
            </a:r>
            <a:r>
              <a:rPr dirty="0"/>
              <a:t>as</a:t>
            </a:r>
            <a:r>
              <a:rPr dirty="0" spc="-80"/>
              <a:t> </a:t>
            </a:r>
            <a:r>
              <a:rPr dirty="0"/>
              <a:t>scripts,</a:t>
            </a:r>
            <a:r>
              <a:rPr dirty="0" spc="-75"/>
              <a:t> </a:t>
            </a:r>
            <a:r>
              <a:rPr dirty="0"/>
              <a:t>test</a:t>
            </a:r>
            <a:r>
              <a:rPr dirty="0" spc="-80"/>
              <a:t> </a:t>
            </a:r>
            <a:r>
              <a:rPr dirty="0"/>
              <a:t>environment</a:t>
            </a:r>
            <a:r>
              <a:rPr dirty="0" spc="-75"/>
              <a:t> </a:t>
            </a:r>
            <a:r>
              <a:rPr dirty="0" spc="-20"/>
              <a:t>etc.</a:t>
            </a:r>
          </a:p>
          <a:p>
            <a:pPr marL="184785" marR="242570" indent="-173990">
              <a:lnSpc>
                <a:spcPts val="3460"/>
              </a:lnSpc>
              <a:spcBef>
                <a:spcPts val="855"/>
              </a:spcBef>
              <a:buSzPct val="96875"/>
              <a:buFont typeface="Wingdings"/>
              <a:buChar char=""/>
              <a:tabLst>
                <a:tab pos="184785" algn="l"/>
                <a:tab pos="374650" algn="l"/>
              </a:tabLst>
            </a:pPr>
            <a:r>
              <a:rPr dirty="0" spc="-20"/>
              <a:t>	</a:t>
            </a:r>
            <a:r>
              <a:rPr dirty="0" spc="-20"/>
              <a:t>Evaluate</a:t>
            </a:r>
            <a:r>
              <a:rPr dirty="0" spc="-90"/>
              <a:t> </a:t>
            </a:r>
            <a:r>
              <a:rPr dirty="0"/>
              <a:t>how</a:t>
            </a:r>
            <a:r>
              <a:rPr dirty="0" spc="-95"/>
              <a:t> </a:t>
            </a:r>
            <a:r>
              <a:rPr dirty="0"/>
              <a:t>testing</a:t>
            </a:r>
            <a:r>
              <a:rPr dirty="0" spc="-65"/>
              <a:t> </a:t>
            </a:r>
            <a:r>
              <a:rPr dirty="0"/>
              <a:t>went</a:t>
            </a:r>
            <a:r>
              <a:rPr dirty="0" spc="-114"/>
              <a:t> </a:t>
            </a:r>
            <a:r>
              <a:rPr dirty="0"/>
              <a:t>and</a:t>
            </a:r>
            <a:r>
              <a:rPr dirty="0" spc="-75"/>
              <a:t> </a:t>
            </a:r>
            <a:r>
              <a:rPr dirty="0"/>
              <a:t>analyze</a:t>
            </a:r>
            <a:r>
              <a:rPr dirty="0" spc="-90"/>
              <a:t> </a:t>
            </a:r>
            <a:r>
              <a:rPr dirty="0" spc="-10"/>
              <a:t>lessons </a:t>
            </a:r>
            <a:r>
              <a:rPr dirty="0"/>
              <a:t>learned</a:t>
            </a:r>
            <a:r>
              <a:rPr dirty="0" spc="-80"/>
              <a:t> </a:t>
            </a:r>
            <a:r>
              <a:rPr dirty="0"/>
              <a:t>for</a:t>
            </a:r>
            <a:r>
              <a:rPr dirty="0" spc="-75"/>
              <a:t> </a:t>
            </a:r>
            <a:r>
              <a:rPr dirty="0"/>
              <a:t>future</a:t>
            </a:r>
            <a:r>
              <a:rPr dirty="0" spc="-75"/>
              <a:t> </a:t>
            </a:r>
            <a:r>
              <a:rPr dirty="0"/>
              <a:t>releases</a:t>
            </a:r>
            <a:r>
              <a:rPr dirty="0" spc="-110"/>
              <a:t> </a:t>
            </a:r>
            <a:r>
              <a:rPr dirty="0"/>
              <a:t>and</a:t>
            </a:r>
            <a:r>
              <a:rPr dirty="0" spc="-65"/>
              <a:t> </a:t>
            </a:r>
            <a:r>
              <a:rPr dirty="0" spc="-10"/>
              <a:t>projects</a:t>
            </a: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09259" y="4436364"/>
            <a:ext cx="3383280" cy="1872996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3707891" y="1374647"/>
            <a:ext cx="4662170" cy="370840"/>
          </a:xfrm>
          <a:prstGeom prst="rect">
            <a:avLst/>
          </a:prstGeom>
          <a:solidFill>
            <a:srgbClr val="FFE699"/>
          </a:solidFill>
        </p:spPr>
        <p:txBody>
          <a:bodyPr wrap="square" lIns="0" tIns="40005" rIns="0" bIns="0" rtlCol="0" vert="horz">
            <a:spAutoFit/>
          </a:bodyPr>
          <a:lstStyle/>
          <a:p>
            <a:pPr marL="92710">
              <a:lnSpc>
                <a:spcPct val="100000"/>
              </a:lnSpc>
              <a:spcBef>
                <a:spcPts val="315"/>
              </a:spcBef>
            </a:pPr>
            <a:r>
              <a:rPr dirty="0" sz="1800" b="1" i="1">
                <a:latin typeface="Arial"/>
                <a:cs typeface="Arial"/>
              </a:rPr>
              <a:t>“Closure</a:t>
            </a:r>
            <a:r>
              <a:rPr dirty="0" sz="1800" spc="-25" b="1" i="1">
                <a:latin typeface="Arial"/>
                <a:cs typeface="Arial"/>
              </a:rPr>
              <a:t> </a:t>
            </a:r>
            <a:r>
              <a:rPr dirty="0" sz="1800" b="1" i="1">
                <a:latin typeface="Arial"/>
                <a:cs typeface="Arial"/>
              </a:rPr>
              <a:t>–</a:t>
            </a:r>
            <a:r>
              <a:rPr dirty="0" sz="1800" spc="-30" b="1" i="1">
                <a:latin typeface="Arial"/>
                <a:cs typeface="Arial"/>
              </a:rPr>
              <a:t> </a:t>
            </a:r>
            <a:r>
              <a:rPr dirty="0" sz="1800" b="1" i="1">
                <a:latin typeface="Arial"/>
                <a:cs typeface="Arial"/>
              </a:rPr>
              <a:t>Way</a:t>
            </a:r>
            <a:r>
              <a:rPr dirty="0" sz="1800" spc="-30" b="1" i="1">
                <a:latin typeface="Arial"/>
                <a:cs typeface="Arial"/>
              </a:rPr>
              <a:t> </a:t>
            </a:r>
            <a:r>
              <a:rPr dirty="0" sz="1800" b="1" i="1">
                <a:latin typeface="Arial"/>
                <a:cs typeface="Arial"/>
              </a:rPr>
              <a:t>to</a:t>
            </a:r>
            <a:r>
              <a:rPr dirty="0" sz="1800" spc="-20" b="1" i="1">
                <a:latin typeface="Arial"/>
                <a:cs typeface="Arial"/>
              </a:rPr>
              <a:t> </a:t>
            </a:r>
            <a:r>
              <a:rPr dirty="0" sz="1800" b="1" i="1">
                <a:latin typeface="Arial"/>
                <a:cs typeface="Arial"/>
              </a:rPr>
              <a:t>start</a:t>
            </a:r>
            <a:r>
              <a:rPr dirty="0" sz="1800" spc="-25" b="1" i="1">
                <a:latin typeface="Arial"/>
                <a:cs typeface="Arial"/>
              </a:rPr>
              <a:t> </a:t>
            </a:r>
            <a:r>
              <a:rPr dirty="0" sz="1800" b="1" i="1">
                <a:latin typeface="Arial"/>
                <a:cs typeface="Arial"/>
              </a:rPr>
              <a:t>new</a:t>
            </a:r>
            <a:r>
              <a:rPr dirty="0" sz="1800" spc="-20" b="1" i="1">
                <a:latin typeface="Arial"/>
                <a:cs typeface="Arial"/>
              </a:rPr>
              <a:t> </a:t>
            </a:r>
            <a:r>
              <a:rPr dirty="0" sz="1800" spc="-10" b="1" i="1">
                <a:latin typeface="Arial"/>
                <a:cs typeface="Arial"/>
              </a:rPr>
              <a:t>beginning”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10994" y="475233"/>
            <a:ext cx="4944110" cy="60515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70"/>
              <a:t>Fundamental</a:t>
            </a:r>
            <a:r>
              <a:rPr dirty="0" spc="-140"/>
              <a:t> Test</a:t>
            </a:r>
            <a:r>
              <a:rPr dirty="0" spc="-85"/>
              <a:t> </a:t>
            </a:r>
            <a:r>
              <a:rPr dirty="0" spc="-25"/>
              <a:t>Process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1459" y="1557527"/>
            <a:ext cx="8628888" cy="4174236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6857997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1890522" y="3643121"/>
            <a:ext cx="5819140" cy="962025"/>
            <a:chOff x="1890522" y="3643121"/>
            <a:chExt cx="5819140" cy="962025"/>
          </a:xfrm>
        </p:grpSpPr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64436" y="3717035"/>
              <a:ext cx="5744718" cy="887730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05000" y="3657599"/>
              <a:ext cx="5715000" cy="857250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7444993" y="4353686"/>
              <a:ext cx="172085" cy="142875"/>
            </a:xfrm>
            <a:custGeom>
              <a:avLst/>
              <a:gdLst/>
              <a:ahLst/>
              <a:cxnLst/>
              <a:rect l="l" t="t" r="r" b="b"/>
              <a:pathLst>
                <a:path w="172084" h="142875">
                  <a:moveTo>
                    <a:pt x="0" y="0"/>
                  </a:moveTo>
                  <a:lnTo>
                    <a:pt x="42979" y="0"/>
                  </a:lnTo>
                  <a:lnTo>
                    <a:pt x="85994" y="0"/>
                  </a:lnTo>
                  <a:lnTo>
                    <a:pt x="129033" y="0"/>
                  </a:lnTo>
                  <a:lnTo>
                    <a:pt x="172084" y="0"/>
                  </a:lnTo>
                  <a:lnTo>
                    <a:pt x="172084" y="35603"/>
                  </a:lnTo>
                  <a:lnTo>
                    <a:pt x="172084" y="71183"/>
                  </a:lnTo>
                  <a:lnTo>
                    <a:pt x="172084" y="106763"/>
                  </a:lnTo>
                  <a:lnTo>
                    <a:pt x="172084" y="142367"/>
                  </a:lnTo>
                  <a:lnTo>
                    <a:pt x="129033" y="142367"/>
                  </a:lnTo>
                  <a:lnTo>
                    <a:pt x="85994" y="142367"/>
                  </a:lnTo>
                  <a:lnTo>
                    <a:pt x="42979" y="142367"/>
                  </a:lnTo>
                  <a:lnTo>
                    <a:pt x="0" y="142367"/>
                  </a:lnTo>
                  <a:lnTo>
                    <a:pt x="0" y="106763"/>
                  </a:lnTo>
                  <a:lnTo>
                    <a:pt x="0" y="71183"/>
                  </a:lnTo>
                  <a:lnTo>
                    <a:pt x="0" y="35603"/>
                  </a:lnTo>
                  <a:lnTo>
                    <a:pt x="0" y="0"/>
                  </a:lnTo>
                  <a:close/>
                </a:path>
              </a:pathLst>
            </a:custGeom>
            <a:ln w="2895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282822" y="4197603"/>
              <a:ext cx="198500" cy="197611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1905000" y="3657599"/>
              <a:ext cx="5715000" cy="857250"/>
            </a:xfrm>
            <a:custGeom>
              <a:avLst/>
              <a:gdLst/>
              <a:ahLst/>
              <a:cxnLst/>
              <a:rect l="l" t="t" r="r" b="b"/>
              <a:pathLst>
                <a:path w="5715000" h="857250">
                  <a:moveTo>
                    <a:pt x="4230243" y="349631"/>
                  </a:moveTo>
                  <a:lnTo>
                    <a:pt x="4190873" y="357250"/>
                  </a:lnTo>
                  <a:lnTo>
                    <a:pt x="4157853" y="387350"/>
                  </a:lnTo>
                  <a:lnTo>
                    <a:pt x="4140029" y="427694"/>
                  </a:lnTo>
                  <a:lnTo>
                    <a:pt x="4129325" y="486441"/>
                  </a:lnTo>
                  <a:lnTo>
                    <a:pt x="4127246" y="537210"/>
                  </a:lnTo>
                  <a:lnTo>
                    <a:pt x="4127698" y="561163"/>
                  </a:lnTo>
                  <a:lnTo>
                    <a:pt x="4131317" y="604164"/>
                  </a:lnTo>
                  <a:lnTo>
                    <a:pt x="4143422" y="655923"/>
                  </a:lnTo>
                  <a:lnTo>
                    <a:pt x="4162883" y="691393"/>
                  </a:lnTo>
                  <a:lnTo>
                    <a:pt x="4198169" y="716583"/>
                  </a:lnTo>
                  <a:lnTo>
                    <a:pt x="4231513" y="721994"/>
                  </a:lnTo>
                  <a:lnTo>
                    <a:pt x="4241851" y="721445"/>
                  </a:lnTo>
                  <a:lnTo>
                    <a:pt x="4280483" y="707888"/>
                  </a:lnTo>
                  <a:lnTo>
                    <a:pt x="4310497" y="671066"/>
                  </a:lnTo>
                  <a:lnTo>
                    <a:pt x="4325874" y="627507"/>
                  </a:lnTo>
                  <a:lnTo>
                    <a:pt x="4331477" y="588597"/>
                  </a:lnTo>
                  <a:lnTo>
                    <a:pt x="4333367" y="537210"/>
                  </a:lnTo>
                  <a:lnTo>
                    <a:pt x="4332890" y="511613"/>
                  </a:lnTo>
                  <a:lnTo>
                    <a:pt x="4329080" y="466897"/>
                  </a:lnTo>
                  <a:lnTo>
                    <a:pt x="4316507" y="415305"/>
                  </a:lnTo>
                  <a:lnTo>
                    <a:pt x="4297219" y="379904"/>
                  </a:lnTo>
                  <a:lnTo>
                    <a:pt x="4261854" y="354828"/>
                  </a:lnTo>
                  <a:lnTo>
                    <a:pt x="4230243" y="349631"/>
                  </a:lnTo>
                  <a:close/>
                </a:path>
                <a:path w="5715000" h="857250">
                  <a:moveTo>
                    <a:pt x="4598416" y="233299"/>
                  </a:moveTo>
                  <a:lnTo>
                    <a:pt x="4636821" y="233299"/>
                  </a:lnTo>
                  <a:lnTo>
                    <a:pt x="4675251" y="233299"/>
                  </a:lnTo>
                  <a:lnTo>
                    <a:pt x="4713680" y="233299"/>
                  </a:lnTo>
                  <a:lnTo>
                    <a:pt x="4752085" y="233299"/>
                  </a:lnTo>
                  <a:lnTo>
                    <a:pt x="4752085" y="283327"/>
                  </a:lnTo>
                  <a:lnTo>
                    <a:pt x="4752085" y="533400"/>
                  </a:lnTo>
                  <a:lnTo>
                    <a:pt x="4752248" y="555380"/>
                  </a:lnTo>
                  <a:lnTo>
                    <a:pt x="4753479" y="593532"/>
                  </a:lnTo>
                  <a:lnTo>
                    <a:pt x="4758372" y="637492"/>
                  </a:lnTo>
                  <a:lnTo>
                    <a:pt x="4775501" y="677275"/>
                  </a:lnTo>
                  <a:lnTo>
                    <a:pt x="4809442" y="695959"/>
                  </a:lnTo>
                  <a:lnTo>
                    <a:pt x="4835652" y="698245"/>
                  </a:lnTo>
                  <a:lnTo>
                    <a:pt x="4845724" y="697674"/>
                  </a:lnTo>
                  <a:lnTo>
                    <a:pt x="4890895" y="684002"/>
                  </a:lnTo>
                  <a:lnTo>
                    <a:pt x="4925059" y="662177"/>
                  </a:lnTo>
                  <a:lnTo>
                    <a:pt x="4925059" y="608557"/>
                  </a:lnTo>
                  <a:lnTo>
                    <a:pt x="4925059" y="554946"/>
                  </a:lnTo>
                  <a:lnTo>
                    <a:pt x="4925059" y="233299"/>
                  </a:lnTo>
                  <a:lnTo>
                    <a:pt x="4963467" y="233299"/>
                  </a:lnTo>
                  <a:lnTo>
                    <a:pt x="5001910" y="233299"/>
                  </a:lnTo>
                  <a:lnTo>
                    <a:pt x="5040377" y="233299"/>
                  </a:lnTo>
                  <a:lnTo>
                    <a:pt x="5078857" y="233299"/>
                  </a:lnTo>
                  <a:lnTo>
                    <a:pt x="5078857" y="283718"/>
                  </a:lnTo>
                  <a:lnTo>
                    <a:pt x="5078857" y="838454"/>
                  </a:lnTo>
                  <a:lnTo>
                    <a:pt x="5040377" y="838454"/>
                  </a:lnTo>
                  <a:lnTo>
                    <a:pt x="5001910" y="838454"/>
                  </a:lnTo>
                  <a:lnTo>
                    <a:pt x="4963467" y="838454"/>
                  </a:lnTo>
                  <a:lnTo>
                    <a:pt x="4925059" y="838454"/>
                  </a:lnTo>
                  <a:lnTo>
                    <a:pt x="4925059" y="821709"/>
                  </a:lnTo>
                  <a:lnTo>
                    <a:pt x="4925059" y="804989"/>
                  </a:lnTo>
                  <a:lnTo>
                    <a:pt x="4925059" y="788269"/>
                  </a:lnTo>
                  <a:lnTo>
                    <a:pt x="4925059" y="771525"/>
                  </a:lnTo>
                  <a:lnTo>
                    <a:pt x="4904251" y="790785"/>
                  </a:lnTo>
                  <a:lnTo>
                    <a:pt x="4865302" y="821924"/>
                  </a:lnTo>
                  <a:lnTo>
                    <a:pt x="4828730" y="843089"/>
                  </a:lnTo>
                  <a:lnTo>
                    <a:pt x="4786630" y="853757"/>
                  </a:lnTo>
                  <a:lnTo>
                    <a:pt x="4763008" y="855091"/>
                  </a:lnTo>
                  <a:lnTo>
                    <a:pt x="4725741" y="851493"/>
                  </a:lnTo>
                  <a:lnTo>
                    <a:pt x="4664781" y="822676"/>
                  </a:lnTo>
                  <a:lnTo>
                    <a:pt x="4622419" y="765161"/>
                  </a:lnTo>
                  <a:lnTo>
                    <a:pt x="4609084" y="726043"/>
                  </a:lnTo>
                  <a:lnTo>
                    <a:pt x="4601083" y="680043"/>
                  </a:lnTo>
                  <a:lnTo>
                    <a:pt x="4598416" y="627126"/>
                  </a:lnTo>
                  <a:lnTo>
                    <a:pt x="4598416" y="577923"/>
                  </a:lnTo>
                  <a:lnTo>
                    <a:pt x="4598416" y="528710"/>
                  </a:lnTo>
                  <a:lnTo>
                    <a:pt x="4598416" y="282543"/>
                  </a:lnTo>
                  <a:lnTo>
                    <a:pt x="4598416" y="233299"/>
                  </a:lnTo>
                  <a:close/>
                </a:path>
                <a:path w="5715000" h="857250">
                  <a:moveTo>
                    <a:pt x="2171446" y="216662"/>
                  </a:moveTo>
                  <a:lnTo>
                    <a:pt x="2240391" y="230886"/>
                  </a:lnTo>
                  <a:lnTo>
                    <a:pt x="2292477" y="273685"/>
                  </a:lnTo>
                  <a:lnTo>
                    <a:pt x="2325163" y="344947"/>
                  </a:lnTo>
                  <a:lnTo>
                    <a:pt x="2333321" y="391181"/>
                  </a:lnTo>
                  <a:lnTo>
                    <a:pt x="2336038" y="444500"/>
                  </a:lnTo>
                  <a:lnTo>
                    <a:pt x="2336038" y="493744"/>
                  </a:lnTo>
                  <a:lnTo>
                    <a:pt x="2336038" y="542988"/>
                  </a:lnTo>
                  <a:lnTo>
                    <a:pt x="2336038" y="838454"/>
                  </a:lnTo>
                  <a:lnTo>
                    <a:pt x="2297630" y="838454"/>
                  </a:lnTo>
                  <a:lnTo>
                    <a:pt x="2259187" y="838454"/>
                  </a:lnTo>
                  <a:lnTo>
                    <a:pt x="2220720" y="838454"/>
                  </a:lnTo>
                  <a:lnTo>
                    <a:pt x="2182241" y="838454"/>
                  </a:lnTo>
                  <a:lnTo>
                    <a:pt x="2182241" y="788416"/>
                  </a:lnTo>
                  <a:lnTo>
                    <a:pt x="2182241" y="538226"/>
                  </a:lnTo>
                  <a:lnTo>
                    <a:pt x="2182070" y="519939"/>
                  </a:lnTo>
                  <a:lnTo>
                    <a:pt x="2179320" y="465200"/>
                  </a:lnTo>
                  <a:lnTo>
                    <a:pt x="2172390" y="421463"/>
                  </a:lnTo>
                  <a:lnTo>
                    <a:pt x="2151852" y="387782"/>
                  </a:lnTo>
                  <a:lnTo>
                    <a:pt x="2112279" y="373951"/>
                  </a:lnTo>
                  <a:lnTo>
                    <a:pt x="2098421" y="373380"/>
                  </a:lnTo>
                  <a:lnTo>
                    <a:pt x="2087917" y="373925"/>
                  </a:lnTo>
                  <a:lnTo>
                    <a:pt x="2045023" y="386945"/>
                  </a:lnTo>
                  <a:lnTo>
                    <a:pt x="2009394" y="409448"/>
                  </a:lnTo>
                  <a:lnTo>
                    <a:pt x="2009394" y="463073"/>
                  </a:lnTo>
                  <a:lnTo>
                    <a:pt x="2009394" y="516699"/>
                  </a:lnTo>
                  <a:lnTo>
                    <a:pt x="2009394" y="838454"/>
                  </a:lnTo>
                  <a:lnTo>
                    <a:pt x="1970932" y="838454"/>
                  </a:lnTo>
                  <a:lnTo>
                    <a:pt x="1932495" y="838454"/>
                  </a:lnTo>
                  <a:lnTo>
                    <a:pt x="1894058" y="838454"/>
                  </a:lnTo>
                  <a:lnTo>
                    <a:pt x="1855597" y="838454"/>
                  </a:lnTo>
                  <a:lnTo>
                    <a:pt x="1855597" y="788005"/>
                  </a:lnTo>
                  <a:lnTo>
                    <a:pt x="1855597" y="233299"/>
                  </a:lnTo>
                  <a:lnTo>
                    <a:pt x="1894058" y="233299"/>
                  </a:lnTo>
                  <a:lnTo>
                    <a:pt x="1932495" y="233299"/>
                  </a:lnTo>
                  <a:lnTo>
                    <a:pt x="1970932" y="233299"/>
                  </a:lnTo>
                  <a:lnTo>
                    <a:pt x="2009394" y="233299"/>
                  </a:lnTo>
                  <a:lnTo>
                    <a:pt x="2009394" y="249987"/>
                  </a:lnTo>
                  <a:lnTo>
                    <a:pt x="2009394" y="266700"/>
                  </a:lnTo>
                  <a:lnTo>
                    <a:pt x="2009394" y="283412"/>
                  </a:lnTo>
                  <a:lnTo>
                    <a:pt x="2009394" y="300100"/>
                  </a:lnTo>
                  <a:lnTo>
                    <a:pt x="2029587" y="281076"/>
                  </a:lnTo>
                  <a:lnTo>
                    <a:pt x="2068829" y="250076"/>
                  </a:lnTo>
                  <a:lnTo>
                    <a:pt x="2107187" y="228717"/>
                  </a:lnTo>
                  <a:lnTo>
                    <a:pt x="2148994" y="217997"/>
                  </a:lnTo>
                  <a:lnTo>
                    <a:pt x="2171446" y="216662"/>
                  </a:lnTo>
                  <a:close/>
                </a:path>
                <a:path w="5715000" h="857250">
                  <a:moveTo>
                    <a:pt x="1466850" y="216026"/>
                  </a:moveTo>
                  <a:lnTo>
                    <a:pt x="1527665" y="219215"/>
                  </a:lnTo>
                  <a:lnTo>
                    <a:pt x="1579419" y="228774"/>
                  </a:lnTo>
                  <a:lnTo>
                    <a:pt x="1622101" y="244691"/>
                  </a:lnTo>
                  <a:lnTo>
                    <a:pt x="1655699" y="266954"/>
                  </a:lnTo>
                  <a:lnTo>
                    <a:pt x="1681128" y="296025"/>
                  </a:lnTo>
                  <a:lnTo>
                    <a:pt x="1699307" y="332359"/>
                  </a:lnTo>
                  <a:lnTo>
                    <a:pt x="1710223" y="375931"/>
                  </a:lnTo>
                  <a:lnTo>
                    <a:pt x="1713864" y="426719"/>
                  </a:lnTo>
                  <a:lnTo>
                    <a:pt x="1713864" y="478197"/>
                  </a:lnTo>
                  <a:lnTo>
                    <a:pt x="1713864" y="529665"/>
                  </a:lnTo>
                  <a:lnTo>
                    <a:pt x="1713864" y="838454"/>
                  </a:lnTo>
                  <a:lnTo>
                    <a:pt x="1675860" y="838454"/>
                  </a:lnTo>
                  <a:lnTo>
                    <a:pt x="1637855" y="838454"/>
                  </a:lnTo>
                  <a:lnTo>
                    <a:pt x="1599850" y="838454"/>
                  </a:lnTo>
                  <a:lnTo>
                    <a:pt x="1561846" y="838454"/>
                  </a:lnTo>
                  <a:lnTo>
                    <a:pt x="1561846" y="822378"/>
                  </a:lnTo>
                  <a:lnTo>
                    <a:pt x="1561846" y="806338"/>
                  </a:lnTo>
                  <a:lnTo>
                    <a:pt x="1561846" y="790322"/>
                  </a:lnTo>
                  <a:lnTo>
                    <a:pt x="1561846" y="774319"/>
                  </a:lnTo>
                  <a:lnTo>
                    <a:pt x="1555275" y="780532"/>
                  </a:lnTo>
                  <a:lnTo>
                    <a:pt x="1522108" y="810698"/>
                  </a:lnTo>
                  <a:lnTo>
                    <a:pt x="1485265" y="835233"/>
                  </a:lnTo>
                  <a:lnTo>
                    <a:pt x="1437374" y="851100"/>
                  </a:lnTo>
                  <a:lnTo>
                    <a:pt x="1396619" y="854582"/>
                  </a:lnTo>
                  <a:lnTo>
                    <a:pt x="1363902" y="851249"/>
                  </a:lnTo>
                  <a:lnTo>
                    <a:pt x="1306804" y="824579"/>
                  </a:lnTo>
                  <a:lnTo>
                    <a:pt x="1262296" y="772715"/>
                  </a:lnTo>
                  <a:lnTo>
                    <a:pt x="1239333" y="704516"/>
                  </a:lnTo>
                  <a:lnTo>
                    <a:pt x="1236472" y="664844"/>
                  </a:lnTo>
                  <a:lnTo>
                    <a:pt x="1237926" y="633222"/>
                  </a:lnTo>
                  <a:lnTo>
                    <a:pt x="1249598" y="579120"/>
                  </a:lnTo>
                  <a:lnTo>
                    <a:pt x="1272772" y="536709"/>
                  </a:lnTo>
                  <a:lnTo>
                    <a:pt x="1305970" y="503562"/>
                  </a:lnTo>
                  <a:lnTo>
                    <a:pt x="1348861" y="479055"/>
                  </a:lnTo>
                  <a:lnTo>
                    <a:pt x="1401681" y="461807"/>
                  </a:lnTo>
                  <a:lnTo>
                    <a:pt x="1463738" y="451066"/>
                  </a:lnTo>
                  <a:lnTo>
                    <a:pt x="1529080" y="443497"/>
                  </a:lnTo>
                  <a:lnTo>
                    <a:pt x="1562608" y="440689"/>
                  </a:lnTo>
                  <a:lnTo>
                    <a:pt x="1562608" y="439674"/>
                  </a:lnTo>
                  <a:lnTo>
                    <a:pt x="1562608" y="438531"/>
                  </a:lnTo>
                  <a:lnTo>
                    <a:pt x="1562608" y="437514"/>
                  </a:lnTo>
                  <a:lnTo>
                    <a:pt x="1560585" y="414395"/>
                  </a:lnTo>
                  <a:lnTo>
                    <a:pt x="1544445" y="379775"/>
                  </a:lnTo>
                  <a:lnTo>
                    <a:pt x="1490265" y="353901"/>
                  </a:lnTo>
                  <a:lnTo>
                    <a:pt x="1434846" y="349123"/>
                  </a:lnTo>
                  <a:lnTo>
                    <a:pt x="1415579" y="350192"/>
                  </a:lnTo>
                  <a:lnTo>
                    <a:pt x="1375142" y="358713"/>
                  </a:lnTo>
                  <a:lnTo>
                    <a:pt x="1333944" y="374140"/>
                  </a:lnTo>
                  <a:lnTo>
                    <a:pt x="1292225" y="392302"/>
                  </a:lnTo>
                  <a:lnTo>
                    <a:pt x="1287526" y="392302"/>
                  </a:lnTo>
                  <a:lnTo>
                    <a:pt x="1282827" y="392302"/>
                  </a:lnTo>
                  <a:lnTo>
                    <a:pt x="1278127" y="392302"/>
                  </a:lnTo>
                  <a:lnTo>
                    <a:pt x="1278127" y="355748"/>
                  </a:lnTo>
                  <a:lnTo>
                    <a:pt x="1278127" y="319230"/>
                  </a:lnTo>
                  <a:lnTo>
                    <a:pt x="1278127" y="282735"/>
                  </a:lnTo>
                  <a:lnTo>
                    <a:pt x="1278127" y="246252"/>
                  </a:lnTo>
                  <a:lnTo>
                    <a:pt x="1292203" y="241988"/>
                  </a:lnTo>
                  <a:lnTo>
                    <a:pt x="1331688" y="232411"/>
                  </a:lnTo>
                  <a:lnTo>
                    <a:pt x="1384536" y="222242"/>
                  </a:lnTo>
                  <a:lnTo>
                    <a:pt x="1439364" y="216717"/>
                  </a:lnTo>
                  <a:lnTo>
                    <a:pt x="1466850" y="216026"/>
                  </a:lnTo>
                  <a:close/>
                </a:path>
                <a:path w="5715000" h="857250">
                  <a:moveTo>
                    <a:pt x="4230243" y="214502"/>
                  </a:moveTo>
                  <a:lnTo>
                    <a:pt x="4289347" y="219884"/>
                  </a:lnTo>
                  <a:lnTo>
                    <a:pt x="4341320" y="236029"/>
                  </a:lnTo>
                  <a:lnTo>
                    <a:pt x="4386173" y="262937"/>
                  </a:lnTo>
                  <a:lnTo>
                    <a:pt x="4423918" y="300608"/>
                  </a:lnTo>
                  <a:lnTo>
                    <a:pt x="4448482" y="337642"/>
                  </a:lnTo>
                  <a:lnTo>
                    <a:pt x="4467610" y="379704"/>
                  </a:lnTo>
                  <a:lnTo>
                    <a:pt x="4481287" y="426796"/>
                  </a:lnTo>
                  <a:lnTo>
                    <a:pt x="4489502" y="478917"/>
                  </a:lnTo>
                  <a:lnTo>
                    <a:pt x="4492244" y="536067"/>
                  </a:lnTo>
                  <a:lnTo>
                    <a:pt x="4489486" y="593263"/>
                  </a:lnTo>
                  <a:lnTo>
                    <a:pt x="4481218" y="645376"/>
                  </a:lnTo>
                  <a:lnTo>
                    <a:pt x="4467445" y="692411"/>
                  </a:lnTo>
                  <a:lnTo>
                    <a:pt x="4448173" y="734373"/>
                  </a:lnTo>
                  <a:lnTo>
                    <a:pt x="4423410" y="771270"/>
                  </a:lnTo>
                  <a:lnTo>
                    <a:pt x="4385548" y="808868"/>
                  </a:lnTo>
                  <a:lnTo>
                    <a:pt x="4340733" y="835739"/>
                  </a:lnTo>
                  <a:lnTo>
                    <a:pt x="4288964" y="851870"/>
                  </a:lnTo>
                  <a:lnTo>
                    <a:pt x="4230243" y="857250"/>
                  </a:lnTo>
                  <a:lnTo>
                    <a:pt x="4171594" y="851870"/>
                  </a:lnTo>
                  <a:lnTo>
                    <a:pt x="4119864" y="835739"/>
                  </a:lnTo>
                  <a:lnTo>
                    <a:pt x="4075062" y="808868"/>
                  </a:lnTo>
                  <a:lnTo>
                    <a:pt x="4037203" y="771270"/>
                  </a:lnTo>
                  <a:lnTo>
                    <a:pt x="4012390" y="734373"/>
                  </a:lnTo>
                  <a:lnTo>
                    <a:pt x="3993112" y="692411"/>
                  </a:lnTo>
                  <a:lnTo>
                    <a:pt x="3979358" y="645376"/>
                  </a:lnTo>
                  <a:lnTo>
                    <a:pt x="3971114" y="593263"/>
                  </a:lnTo>
                  <a:lnTo>
                    <a:pt x="3968369" y="536067"/>
                  </a:lnTo>
                  <a:lnTo>
                    <a:pt x="3971141" y="478534"/>
                  </a:lnTo>
                  <a:lnTo>
                    <a:pt x="3979455" y="426178"/>
                  </a:lnTo>
                  <a:lnTo>
                    <a:pt x="3993304" y="378991"/>
                  </a:lnTo>
                  <a:lnTo>
                    <a:pt x="4012682" y="336967"/>
                  </a:lnTo>
                  <a:lnTo>
                    <a:pt x="4037584" y="300100"/>
                  </a:lnTo>
                  <a:lnTo>
                    <a:pt x="4075562" y="262616"/>
                  </a:lnTo>
                  <a:lnTo>
                    <a:pt x="4120340" y="235870"/>
                  </a:lnTo>
                  <a:lnTo>
                    <a:pt x="4171904" y="219840"/>
                  </a:lnTo>
                  <a:lnTo>
                    <a:pt x="4230243" y="214502"/>
                  </a:lnTo>
                  <a:close/>
                </a:path>
                <a:path w="5715000" h="857250">
                  <a:moveTo>
                    <a:pt x="5536946" y="36068"/>
                  </a:moveTo>
                  <a:lnTo>
                    <a:pt x="5581447" y="36068"/>
                  </a:lnTo>
                  <a:lnTo>
                    <a:pt x="5625973" y="36068"/>
                  </a:lnTo>
                  <a:lnTo>
                    <a:pt x="5670498" y="36068"/>
                  </a:lnTo>
                  <a:lnTo>
                    <a:pt x="5715000" y="36068"/>
                  </a:lnTo>
                  <a:lnTo>
                    <a:pt x="5713230" y="87987"/>
                  </a:lnTo>
                  <a:lnTo>
                    <a:pt x="5711456" y="139907"/>
                  </a:lnTo>
                  <a:lnTo>
                    <a:pt x="5709677" y="191827"/>
                  </a:lnTo>
                  <a:lnTo>
                    <a:pt x="5707896" y="243747"/>
                  </a:lnTo>
                  <a:lnTo>
                    <a:pt x="5706112" y="295667"/>
                  </a:lnTo>
                  <a:lnTo>
                    <a:pt x="5704329" y="347587"/>
                  </a:lnTo>
                  <a:lnTo>
                    <a:pt x="5702545" y="399507"/>
                  </a:lnTo>
                  <a:lnTo>
                    <a:pt x="5700764" y="451427"/>
                  </a:lnTo>
                  <a:lnTo>
                    <a:pt x="5698985" y="503347"/>
                  </a:lnTo>
                  <a:lnTo>
                    <a:pt x="5697211" y="555267"/>
                  </a:lnTo>
                  <a:lnTo>
                    <a:pt x="5695442" y="607187"/>
                  </a:lnTo>
                  <a:lnTo>
                    <a:pt x="5660695" y="607187"/>
                  </a:lnTo>
                  <a:lnTo>
                    <a:pt x="5625972" y="607187"/>
                  </a:lnTo>
                  <a:lnTo>
                    <a:pt x="5591250" y="607187"/>
                  </a:lnTo>
                  <a:lnTo>
                    <a:pt x="5556504" y="607187"/>
                  </a:lnTo>
                  <a:lnTo>
                    <a:pt x="5554737" y="555267"/>
                  </a:lnTo>
                  <a:lnTo>
                    <a:pt x="5552970" y="503347"/>
                  </a:lnTo>
                  <a:lnTo>
                    <a:pt x="5551202" y="451427"/>
                  </a:lnTo>
                  <a:lnTo>
                    <a:pt x="5549432" y="399507"/>
                  </a:lnTo>
                  <a:lnTo>
                    <a:pt x="5547659" y="347587"/>
                  </a:lnTo>
                  <a:lnTo>
                    <a:pt x="5545884" y="295667"/>
                  </a:lnTo>
                  <a:lnTo>
                    <a:pt x="5544106" y="243747"/>
                  </a:lnTo>
                  <a:lnTo>
                    <a:pt x="5542323" y="191827"/>
                  </a:lnTo>
                  <a:lnTo>
                    <a:pt x="5540536" y="139907"/>
                  </a:lnTo>
                  <a:lnTo>
                    <a:pt x="5538744" y="87987"/>
                  </a:lnTo>
                  <a:lnTo>
                    <a:pt x="5536946" y="36068"/>
                  </a:lnTo>
                  <a:close/>
                </a:path>
                <a:path w="5715000" h="857250">
                  <a:moveTo>
                    <a:pt x="3291204" y="36068"/>
                  </a:moveTo>
                  <a:lnTo>
                    <a:pt x="3337762" y="36068"/>
                  </a:lnTo>
                  <a:lnTo>
                    <a:pt x="3384296" y="36068"/>
                  </a:lnTo>
                  <a:lnTo>
                    <a:pt x="3430829" y="36068"/>
                  </a:lnTo>
                  <a:lnTo>
                    <a:pt x="3477387" y="36068"/>
                  </a:lnTo>
                  <a:lnTo>
                    <a:pt x="3496926" y="80311"/>
                  </a:lnTo>
                  <a:lnTo>
                    <a:pt x="3516466" y="124540"/>
                  </a:lnTo>
                  <a:lnTo>
                    <a:pt x="3536006" y="168759"/>
                  </a:lnTo>
                  <a:lnTo>
                    <a:pt x="3555546" y="212969"/>
                  </a:lnTo>
                  <a:lnTo>
                    <a:pt x="3575086" y="257172"/>
                  </a:lnTo>
                  <a:lnTo>
                    <a:pt x="3594626" y="301370"/>
                  </a:lnTo>
                  <a:lnTo>
                    <a:pt x="3614166" y="345567"/>
                  </a:lnTo>
                  <a:lnTo>
                    <a:pt x="3633052" y="301370"/>
                  </a:lnTo>
                  <a:lnTo>
                    <a:pt x="3651936" y="257172"/>
                  </a:lnTo>
                  <a:lnTo>
                    <a:pt x="3670816" y="212969"/>
                  </a:lnTo>
                  <a:lnTo>
                    <a:pt x="3689689" y="168759"/>
                  </a:lnTo>
                  <a:lnTo>
                    <a:pt x="3708553" y="124540"/>
                  </a:lnTo>
                  <a:lnTo>
                    <a:pt x="3727406" y="80311"/>
                  </a:lnTo>
                  <a:lnTo>
                    <a:pt x="3746246" y="36068"/>
                  </a:lnTo>
                  <a:lnTo>
                    <a:pt x="3791277" y="36068"/>
                  </a:lnTo>
                  <a:lnTo>
                    <a:pt x="3836273" y="36068"/>
                  </a:lnTo>
                  <a:lnTo>
                    <a:pt x="3881245" y="36068"/>
                  </a:lnTo>
                  <a:lnTo>
                    <a:pt x="3926204" y="36068"/>
                  </a:lnTo>
                  <a:lnTo>
                    <a:pt x="3904941" y="80786"/>
                  </a:lnTo>
                  <a:lnTo>
                    <a:pt x="3883682" y="125510"/>
                  </a:lnTo>
                  <a:lnTo>
                    <a:pt x="3862428" y="170237"/>
                  </a:lnTo>
                  <a:lnTo>
                    <a:pt x="3841176" y="214968"/>
                  </a:lnTo>
                  <a:lnTo>
                    <a:pt x="3819926" y="259700"/>
                  </a:lnTo>
                  <a:lnTo>
                    <a:pt x="3798676" y="304433"/>
                  </a:lnTo>
                  <a:lnTo>
                    <a:pt x="3777426" y="349165"/>
                  </a:lnTo>
                  <a:lnTo>
                    <a:pt x="3756174" y="393896"/>
                  </a:lnTo>
                  <a:lnTo>
                    <a:pt x="3734920" y="438623"/>
                  </a:lnTo>
                  <a:lnTo>
                    <a:pt x="3713661" y="483347"/>
                  </a:lnTo>
                  <a:lnTo>
                    <a:pt x="3692398" y="528066"/>
                  </a:lnTo>
                  <a:lnTo>
                    <a:pt x="3692398" y="579764"/>
                  </a:lnTo>
                  <a:lnTo>
                    <a:pt x="3692398" y="838454"/>
                  </a:lnTo>
                  <a:lnTo>
                    <a:pt x="3651515" y="838454"/>
                  </a:lnTo>
                  <a:lnTo>
                    <a:pt x="3610610" y="838454"/>
                  </a:lnTo>
                  <a:lnTo>
                    <a:pt x="3569704" y="838454"/>
                  </a:lnTo>
                  <a:lnTo>
                    <a:pt x="3528822" y="838454"/>
                  </a:lnTo>
                  <a:lnTo>
                    <a:pt x="3528822" y="788298"/>
                  </a:lnTo>
                  <a:lnTo>
                    <a:pt x="3528822" y="537718"/>
                  </a:lnTo>
                  <a:lnTo>
                    <a:pt x="3507211" y="492133"/>
                  </a:lnTo>
                  <a:lnTo>
                    <a:pt x="3485606" y="446543"/>
                  </a:lnTo>
                  <a:lnTo>
                    <a:pt x="3464005" y="400947"/>
                  </a:lnTo>
                  <a:lnTo>
                    <a:pt x="3442407" y="355347"/>
                  </a:lnTo>
                  <a:lnTo>
                    <a:pt x="3420811" y="309743"/>
                  </a:lnTo>
                  <a:lnTo>
                    <a:pt x="3399215" y="264136"/>
                  </a:lnTo>
                  <a:lnTo>
                    <a:pt x="3377619" y="218526"/>
                  </a:lnTo>
                  <a:lnTo>
                    <a:pt x="3356021" y="172913"/>
                  </a:lnTo>
                  <a:lnTo>
                    <a:pt x="3334420" y="127299"/>
                  </a:lnTo>
                  <a:lnTo>
                    <a:pt x="3312815" y="81683"/>
                  </a:lnTo>
                  <a:lnTo>
                    <a:pt x="3291204" y="36068"/>
                  </a:lnTo>
                  <a:close/>
                </a:path>
                <a:path w="5715000" h="857250">
                  <a:moveTo>
                    <a:pt x="0" y="36068"/>
                  </a:moveTo>
                  <a:lnTo>
                    <a:pt x="0" y="36068"/>
                  </a:lnTo>
                  <a:lnTo>
                    <a:pt x="559688" y="36068"/>
                  </a:lnTo>
                  <a:lnTo>
                    <a:pt x="559688" y="74908"/>
                  </a:lnTo>
                  <a:lnTo>
                    <a:pt x="559688" y="113712"/>
                  </a:lnTo>
                  <a:lnTo>
                    <a:pt x="559688" y="152493"/>
                  </a:lnTo>
                  <a:lnTo>
                    <a:pt x="559688" y="191262"/>
                  </a:lnTo>
                  <a:lnTo>
                    <a:pt x="510158" y="191262"/>
                  </a:lnTo>
                  <a:lnTo>
                    <a:pt x="460628" y="191262"/>
                  </a:lnTo>
                  <a:lnTo>
                    <a:pt x="411098" y="191262"/>
                  </a:lnTo>
                  <a:lnTo>
                    <a:pt x="361569" y="191262"/>
                  </a:lnTo>
                  <a:lnTo>
                    <a:pt x="361569" y="241053"/>
                  </a:lnTo>
                  <a:lnTo>
                    <a:pt x="361569" y="838454"/>
                  </a:lnTo>
                  <a:lnTo>
                    <a:pt x="320704" y="838454"/>
                  </a:lnTo>
                  <a:lnTo>
                    <a:pt x="279828" y="838454"/>
                  </a:lnTo>
                  <a:lnTo>
                    <a:pt x="238928" y="838454"/>
                  </a:lnTo>
                  <a:lnTo>
                    <a:pt x="197993" y="838454"/>
                  </a:lnTo>
                  <a:lnTo>
                    <a:pt x="197993" y="788662"/>
                  </a:lnTo>
                  <a:lnTo>
                    <a:pt x="197993" y="191262"/>
                  </a:lnTo>
                  <a:lnTo>
                    <a:pt x="148536" y="191262"/>
                  </a:lnTo>
                  <a:lnTo>
                    <a:pt x="99044" y="191262"/>
                  </a:lnTo>
                  <a:lnTo>
                    <a:pt x="49528" y="191262"/>
                  </a:lnTo>
                  <a:lnTo>
                    <a:pt x="0" y="191262"/>
                  </a:lnTo>
                  <a:lnTo>
                    <a:pt x="0" y="152493"/>
                  </a:lnTo>
                  <a:lnTo>
                    <a:pt x="0" y="113712"/>
                  </a:lnTo>
                  <a:lnTo>
                    <a:pt x="0" y="74908"/>
                  </a:lnTo>
                  <a:lnTo>
                    <a:pt x="0" y="36068"/>
                  </a:lnTo>
                  <a:close/>
                </a:path>
                <a:path w="5715000" h="857250">
                  <a:moveTo>
                    <a:pt x="2477770" y="0"/>
                  </a:moveTo>
                  <a:lnTo>
                    <a:pt x="2516249" y="0"/>
                  </a:lnTo>
                  <a:lnTo>
                    <a:pt x="2554716" y="0"/>
                  </a:lnTo>
                  <a:lnTo>
                    <a:pt x="2593159" y="0"/>
                  </a:lnTo>
                  <a:lnTo>
                    <a:pt x="2631566" y="0"/>
                  </a:lnTo>
                  <a:lnTo>
                    <a:pt x="2631566" y="50021"/>
                  </a:lnTo>
                  <a:lnTo>
                    <a:pt x="2631566" y="500125"/>
                  </a:lnTo>
                  <a:lnTo>
                    <a:pt x="2659008" y="455622"/>
                  </a:lnTo>
                  <a:lnTo>
                    <a:pt x="2686463" y="411136"/>
                  </a:lnTo>
                  <a:lnTo>
                    <a:pt x="2713926" y="366664"/>
                  </a:lnTo>
                  <a:lnTo>
                    <a:pt x="2741389" y="322203"/>
                  </a:lnTo>
                  <a:lnTo>
                    <a:pt x="2768844" y="277749"/>
                  </a:lnTo>
                  <a:lnTo>
                    <a:pt x="2796286" y="233299"/>
                  </a:lnTo>
                  <a:lnTo>
                    <a:pt x="2840483" y="233299"/>
                  </a:lnTo>
                  <a:lnTo>
                    <a:pt x="2884693" y="233299"/>
                  </a:lnTo>
                  <a:lnTo>
                    <a:pt x="2928927" y="233299"/>
                  </a:lnTo>
                  <a:lnTo>
                    <a:pt x="2973197" y="233299"/>
                  </a:lnTo>
                  <a:lnTo>
                    <a:pt x="2944558" y="276786"/>
                  </a:lnTo>
                  <a:lnTo>
                    <a:pt x="2915920" y="320256"/>
                  </a:lnTo>
                  <a:lnTo>
                    <a:pt x="2887281" y="363712"/>
                  </a:lnTo>
                  <a:lnTo>
                    <a:pt x="2858643" y="407157"/>
                  </a:lnTo>
                  <a:lnTo>
                    <a:pt x="2830004" y="450595"/>
                  </a:lnTo>
                  <a:lnTo>
                    <a:pt x="2801366" y="494030"/>
                  </a:lnTo>
                  <a:lnTo>
                    <a:pt x="2824369" y="537082"/>
                  </a:lnTo>
                  <a:lnTo>
                    <a:pt x="2847373" y="580135"/>
                  </a:lnTo>
                  <a:lnTo>
                    <a:pt x="2870381" y="623188"/>
                  </a:lnTo>
                  <a:lnTo>
                    <a:pt x="2893393" y="666241"/>
                  </a:lnTo>
                  <a:lnTo>
                    <a:pt x="2916411" y="709294"/>
                  </a:lnTo>
                  <a:lnTo>
                    <a:pt x="2939436" y="752347"/>
                  </a:lnTo>
                  <a:lnTo>
                    <a:pt x="2962471" y="795400"/>
                  </a:lnTo>
                  <a:lnTo>
                    <a:pt x="2985516" y="838454"/>
                  </a:lnTo>
                  <a:lnTo>
                    <a:pt x="2940865" y="838454"/>
                  </a:lnTo>
                  <a:lnTo>
                    <a:pt x="2896250" y="838454"/>
                  </a:lnTo>
                  <a:lnTo>
                    <a:pt x="2851659" y="838454"/>
                  </a:lnTo>
                  <a:lnTo>
                    <a:pt x="2807080" y="838454"/>
                  </a:lnTo>
                  <a:lnTo>
                    <a:pt x="2784729" y="794576"/>
                  </a:lnTo>
                  <a:lnTo>
                    <a:pt x="2762377" y="750701"/>
                  </a:lnTo>
                  <a:lnTo>
                    <a:pt x="2740025" y="706834"/>
                  </a:lnTo>
                  <a:lnTo>
                    <a:pt x="2717673" y="662977"/>
                  </a:lnTo>
                  <a:lnTo>
                    <a:pt x="2695321" y="619134"/>
                  </a:lnTo>
                  <a:lnTo>
                    <a:pt x="2672969" y="575310"/>
                  </a:lnTo>
                  <a:lnTo>
                    <a:pt x="2662606" y="591409"/>
                  </a:lnTo>
                  <a:lnTo>
                    <a:pt x="2652267" y="607520"/>
                  </a:lnTo>
                  <a:lnTo>
                    <a:pt x="2641929" y="623655"/>
                  </a:lnTo>
                  <a:lnTo>
                    <a:pt x="2631566" y="639826"/>
                  </a:lnTo>
                  <a:lnTo>
                    <a:pt x="2631566" y="689453"/>
                  </a:lnTo>
                  <a:lnTo>
                    <a:pt x="2631566" y="739092"/>
                  </a:lnTo>
                  <a:lnTo>
                    <a:pt x="2631566" y="788755"/>
                  </a:lnTo>
                  <a:lnTo>
                    <a:pt x="2631566" y="838454"/>
                  </a:lnTo>
                  <a:lnTo>
                    <a:pt x="2593159" y="838454"/>
                  </a:lnTo>
                  <a:lnTo>
                    <a:pt x="2554716" y="838454"/>
                  </a:lnTo>
                  <a:lnTo>
                    <a:pt x="2516249" y="838454"/>
                  </a:lnTo>
                  <a:lnTo>
                    <a:pt x="2477770" y="838454"/>
                  </a:lnTo>
                  <a:lnTo>
                    <a:pt x="2477770" y="789125"/>
                  </a:lnTo>
                  <a:lnTo>
                    <a:pt x="2477770" y="49307"/>
                  </a:lnTo>
                  <a:lnTo>
                    <a:pt x="2477770" y="0"/>
                  </a:lnTo>
                  <a:close/>
                </a:path>
                <a:path w="5715000" h="857250">
                  <a:moveTo>
                    <a:pt x="649986" y="0"/>
                  </a:moveTo>
                  <a:lnTo>
                    <a:pt x="688447" y="0"/>
                  </a:lnTo>
                  <a:lnTo>
                    <a:pt x="726884" y="0"/>
                  </a:lnTo>
                  <a:lnTo>
                    <a:pt x="765321" y="0"/>
                  </a:lnTo>
                  <a:lnTo>
                    <a:pt x="803782" y="0"/>
                  </a:lnTo>
                  <a:lnTo>
                    <a:pt x="803782" y="50028"/>
                  </a:lnTo>
                  <a:lnTo>
                    <a:pt x="803782" y="300100"/>
                  </a:lnTo>
                  <a:lnTo>
                    <a:pt x="823976" y="281076"/>
                  </a:lnTo>
                  <a:lnTo>
                    <a:pt x="863219" y="250076"/>
                  </a:lnTo>
                  <a:lnTo>
                    <a:pt x="901576" y="228717"/>
                  </a:lnTo>
                  <a:lnTo>
                    <a:pt x="943383" y="217997"/>
                  </a:lnTo>
                  <a:lnTo>
                    <a:pt x="965835" y="216662"/>
                  </a:lnTo>
                  <a:lnTo>
                    <a:pt x="1002409" y="220214"/>
                  </a:lnTo>
                  <a:lnTo>
                    <a:pt x="1062936" y="248701"/>
                  </a:lnTo>
                  <a:lnTo>
                    <a:pt x="1105888" y="305786"/>
                  </a:lnTo>
                  <a:lnTo>
                    <a:pt x="1119505" y="344947"/>
                  </a:lnTo>
                  <a:lnTo>
                    <a:pt x="1127692" y="391181"/>
                  </a:lnTo>
                  <a:lnTo>
                    <a:pt x="1130427" y="444500"/>
                  </a:lnTo>
                  <a:lnTo>
                    <a:pt x="1130427" y="493744"/>
                  </a:lnTo>
                  <a:lnTo>
                    <a:pt x="1130427" y="542988"/>
                  </a:lnTo>
                  <a:lnTo>
                    <a:pt x="1130427" y="838454"/>
                  </a:lnTo>
                  <a:lnTo>
                    <a:pt x="1091965" y="838454"/>
                  </a:lnTo>
                  <a:lnTo>
                    <a:pt x="1053528" y="838454"/>
                  </a:lnTo>
                  <a:lnTo>
                    <a:pt x="1015091" y="838454"/>
                  </a:lnTo>
                  <a:lnTo>
                    <a:pt x="976630" y="838454"/>
                  </a:lnTo>
                  <a:lnTo>
                    <a:pt x="976630" y="788416"/>
                  </a:lnTo>
                  <a:lnTo>
                    <a:pt x="976630" y="538226"/>
                  </a:lnTo>
                  <a:lnTo>
                    <a:pt x="976441" y="519939"/>
                  </a:lnTo>
                  <a:lnTo>
                    <a:pt x="973708" y="465200"/>
                  </a:lnTo>
                  <a:lnTo>
                    <a:pt x="966779" y="421463"/>
                  </a:lnTo>
                  <a:lnTo>
                    <a:pt x="946241" y="387782"/>
                  </a:lnTo>
                  <a:lnTo>
                    <a:pt x="906668" y="373951"/>
                  </a:lnTo>
                  <a:lnTo>
                    <a:pt x="892810" y="373380"/>
                  </a:lnTo>
                  <a:lnTo>
                    <a:pt x="882306" y="373925"/>
                  </a:lnTo>
                  <a:lnTo>
                    <a:pt x="839412" y="386945"/>
                  </a:lnTo>
                  <a:lnTo>
                    <a:pt x="803782" y="409448"/>
                  </a:lnTo>
                  <a:lnTo>
                    <a:pt x="803782" y="463073"/>
                  </a:lnTo>
                  <a:lnTo>
                    <a:pt x="803782" y="516699"/>
                  </a:lnTo>
                  <a:lnTo>
                    <a:pt x="803782" y="838454"/>
                  </a:lnTo>
                  <a:lnTo>
                    <a:pt x="765321" y="838454"/>
                  </a:lnTo>
                  <a:lnTo>
                    <a:pt x="726884" y="838454"/>
                  </a:lnTo>
                  <a:lnTo>
                    <a:pt x="688447" y="838454"/>
                  </a:lnTo>
                  <a:lnTo>
                    <a:pt x="649986" y="838454"/>
                  </a:lnTo>
                  <a:lnTo>
                    <a:pt x="649986" y="789125"/>
                  </a:lnTo>
                  <a:lnTo>
                    <a:pt x="649986" y="49307"/>
                  </a:lnTo>
                  <a:lnTo>
                    <a:pt x="649986" y="0"/>
                  </a:lnTo>
                  <a:close/>
                </a:path>
              </a:pathLst>
            </a:custGeom>
            <a:ln w="28956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thutv</dc:creator>
  <dc:title>PowerPoint  Template</dc:title>
  <dcterms:created xsi:type="dcterms:W3CDTF">2025-01-02T02:40:37Z</dcterms:created>
  <dcterms:modified xsi:type="dcterms:W3CDTF">2025-01-02T02:40:37Z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2023-08-08T00:00:00Z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2025-01-02T00:00:00Z</vt:filetime>
  </property>
  <property fmtid="{D5CDD505-2E9C-101B-9397-08002B2CF9AE}" pid="5" name="Producer">
    <vt:lpwstr>3-Heights(TM) PDF Security Shell 4.8.25.2 (http://www.pdf-tools.com)</vt:lpwstr>
  </property>
</Properties>
</file>